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 ExtraBold"/>
      <p:bold r:id="rId16"/>
      <p:boldItalic r:id="rId17"/>
    </p:embeddedFont>
    <p:embeddedFont>
      <p:font typeface="PT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B10775-94C5-4807-9418-11DF3417346F}">
  <a:tblStyle styleId="{CDB10775-94C5-4807-9418-11DF341734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italic.fntdata"/><Relationship Id="rId21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ExtraBold-boldItalic.fntdata"/><Relationship Id="rId16" Type="http://schemas.openxmlformats.org/officeDocument/2006/relationships/font" Target="fonts/MontserratExtraBold-bold.fntdata"/><Relationship Id="rId19" Type="http://schemas.openxmlformats.org/officeDocument/2006/relationships/font" Target="fonts/PTSans-bold.fntdata"/><Relationship Id="rId18" Type="http://schemas.openxmlformats.org/officeDocument/2006/relationships/font" Target="fonts/P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cec4d270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cec4d270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99f2f57a7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99f2f57a7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df7eaf6f88_0_4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df7eaf6f88_0_4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df7eaf6f88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df7eaf6f88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abd71bde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fabd71bde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df7eaf6f88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df7eaf6f8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ab19d672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fab19d672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abd71bde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fabd71bde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99f2f57a7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99f2f57a7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56600" y="1663950"/>
            <a:ext cx="3853200" cy="169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56600" y="3484263"/>
            <a:ext cx="4242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10800000">
            <a:off x="-1128850" y="-1939175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64125" y="4267500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850600" y="-1576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14" name="Google Shape;14;p2"/>
          <p:cNvSpPr/>
          <p:nvPr/>
        </p:nvSpPr>
        <p:spPr>
          <a:xfrm>
            <a:off x="137755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720000" y="1720278"/>
            <a:ext cx="3739200" cy="19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720000" y="794322"/>
            <a:ext cx="10569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720000" y="3635778"/>
            <a:ext cx="255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 rot="10800000">
            <a:off x="-1640112" y="-3180850"/>
            <a:ext cx="4916700" cy="49167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713488" y="2149075"/>
            <a:ext cx="4916700" cy="49167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rot="-5400000">
            <a:off x="7686350" y="207887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22" name="Google Shape;22;p3"/>
          <p:cNvSpPr/>
          <p:nvPr/>
        </p:nvSpPr>
        <p:spPr>
          <a:xfrm>
            <a:off x="62330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18900044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5125325" y="296800"/>
            <a:ext cx="2619300" cy="49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 rot="10800000">
            <a:off x="-1846850" y="-2442775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6979500" y="4174600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8177986" y="485345"/>
            <a:ext cx="492036" cy="492056"/>
            <a:chOff x="238125" y="1209825"/>
            <a:chExt cx="621650" cy="621675"/>
          </a:xfrm>
        </p:grpSpPr>
        <p:sp>
          <p:nvSpPr>
            <p:cNvPr id="30" name="Google Shape;30;p4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/>
          <p:nvPr/>
        </p:nvSpPr>
        <p:spPr>
          <a:xfrm rot="-5400000">
            <a:off x="7686350" y="207887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39" name="Google Shape;39;p4"/>
          <p:cNvSpPr/>
          <p:nvPr/>
        </p:nvSpPr>
        <p:spPr>
          <a:xfrm>
            <a:off x="62330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title"/>
          </p:nvPr>
        </p:nvSpPr>
        <p:spPr>
          <a:xfrm>
            <a:off x="1623763" y="3237488"/>
            <a:ext cx="26022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3" type="title"/>
          </p:nvPr>
        </p:nvSpPr>
        <p:spPr>
          <a:xfrm>
            <a:off x="4918042" y="3237488"/>
            <a:ext cx="26022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4918047" y="3632050"/>
            <a:ext cx="26022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1623938" y="3632050"/>
            <a:ext cx="26022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 flipH="1">
            <a:off x="-2482748" y="33977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 flipH="1" rot="10800000">
            <a:off x="7520248" y="-277642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0" name="Google Shape;50;p6"/>
          <p:cNvSpPr/>
          <p:nvPr/>
        </p:nvSpPr>
        <p:spPr>
          <a:xfrm flipH="1">
            <a:off x="-2535348" y="393472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6"/>
          <p:cNvGrpSpPr/>
          <p:nvPr/>
        </p:nvGrpSpPr>
        <p:grpSpPr>
          <a:xfrm>
            <a:off x="398097" y="692295"/>
            <a:ext cx="492036" cy="492056"/>
            <a:chOff x="238125" y="1209825"/>
            <a:chExt cx="621650" cy="621675"/>
          </a:xfrm>
        </p:grpSpPr>
        <p:sp>
          <p:nvSpPr>
            <p:cNvPr id="52" name="Google Shape;52;p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6"/>
          <p:cNvGrpSpPr/>
          <p:nvPr/>
        </p:nvGrpSpPr>
        <p:grpSpPr>
          <a:xfrm>
            <a:off x="8272660" y="4331795"/>
            <a:ext cx="492036" cy="492056"/>
            <a:chOff x="238125" y="1209825"/>
            <a:chExt cx="621650" cy="621675"/>
          </a:xfrm>
        </p:grpSpPr>
        <p:sp>
          <p:nvSpPr>
            <p:cNvPr id="61" name="Google Shape;61;p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6"/>
          <p:cNvSpPr/>
          <p:nvPr/>
        </p:nvSpPr>
        <p:spPr>
          <a:xfrm flipH="1" rot="10800000">
            <a:off x="7488698" y="-319717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1991650" y="1341025"/>
            <a:ext cx="5183700" cy="17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1"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" type="subTitle"/>
          </p:nvPr>
        </p:nvSpPr>
        <p:spPr>
          <a:xfrm>
            <a:off x="2265600" y="3153275"/>
            <a:ext cx="4635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/>
          <p:nvPr/>
        </p:nvSpPr>
        <p:spPr>
          <a:xfrm flipH="1" rot="-7790531">
            <a:off x="-528024" y="-2265420"/>
            <a:ext cx="4621887" cy="7189143"/>
          </a:xfrm>
          <a:custGeom>
            <a:rect b="b" l="l" r="r" t="t"/>
            <a:pathLst>
              <a:path extrusionOk="0" h="97650" w="62779">
                <a:moveTo>
                  <a:pt x="26523" y="1"/>
                </a:moveTo>
                <a:lnTo>
                  <a:pt x="24724" y="93"/>
                </a:lnTo>
                <a:lnTo>
                  <a:pt x="23156" y="277"/>
                </a:lnTo>
                <a:lnTo>
                  <a:pt x="21403" y="462"/>
                </a:lnTo>
                <a:lnTo>
                  <a:pt x="19927" y="785"/>
                </a:lnTo>
                <a:lnTo>
                  <a:pt x="17021" y="1523"/>
                </a:lnTo>
                <a:lnTo>
                  <a:pt x="15638" y="2030"/>
                </a:lnTo>
                <a:lnTo>
                  <a:pt x="14300" y="2538"/>
                </a:lnTo>
                <a:lnTo>
                  <a:pt x="12132" y="3599"/>
                </a:lnTo>
                <a:lnTo>
                  <a:pt x="10979" y="4198"/>
                </a:lnTo>
                <a:lnTo>
                  <a:pt x="10010" y="4752"/>
                </a:lnTo>
                <a:lnTo>
                  <a:pt x="9088" y="5305"/>
                </a:lnTo>
                <a:lnTo>
                  <a:pt x="8165" y="5951"/>
                </a:lnTo>
                <a:lnTo>
                  <a:pt x="6643" y="7104"/>
                </a:lnTo>
                <a:lnTo>
                  <a:pt x="5398" y="8119"/>
                </a:lnTo>
                <a:lnTo>
                  <a:pt x="4245" y="9226"/>
                </a:lnTo>
                <a:lnTo>
                  <a:pt x="1" y="13792"/>
                </a:lnTo>
                <a:lnTo>
                  <a:pt x="6551" y="19789"/>
                </a:lnTo>
                <a:lnTo>
                  <a:pt x="9549" y="16514"/>
                </a:lnTo>
                <a:lnTo>
                  <a:pt x="10518" y="15453"/>
                </a:lnTo>
                <a:lnTo>
                  <a:pt x="11163" y="14853"/>
                </a:lnTo>
                <a:lnTo>
                  <a:pt x="12086" y="14069"/>
                </a:lnTo>
                <a:lnTo>
                  <a:pt x="13239" y="13193"/>
                </a:lnTo>
                <a:lnTo>
                  <a:pt x="13793" y="12824"/>
                </a:lnTo>
                <a:lnTo>
                  <a:pt x="14485" y="12409"/>
                </a:lnTo>
                <a:lnTo>
                  <a:pt x="15269" y="11947"/>
                </a:lnTo>
                <a:lnTo>
                  <a:pt x="16053" y="11532"/>
                </a:lnTo>
                <a:lnTo>
                  <a:pt x="17806" y="10702"/>
                </a:lnTo>
                <a:lnTo>
                  <a:pt x="18682" y="10333"/>
                </a:lnTo>
                <a:lnTo>
                  <a:pt x="19604" y="10010"/>
                </a:lnTo>
                <a:lnTo>
                  <a:pt x="21819" y="9457"/>
                </a:lnTo>
                <a:lnTo>
                  <a:pt x="22879" y="9226"/>
                </a:lnTo>
                <a:lnTo>
                  <a:pt x="24079" y="9088"/>
                </a:lnTo>
                <a:lnTo>
                  <a:pt x="25370" y="8949"/>
                </a:lnTo>
                <a:lnTo>
                  <a:pt x="26662" y="8857"/>
                </a:lnTo>
                <a:lnTo>
                  <a:pt x="27953" y="8857"/>
                </a:lnTo>
                <a:lnTo>
                  <a:pt x="29383" y="8949"/>
                </a:lnTo>
                <a:lnTo>
                  <a:pt x="30813" y="9088"/>
                </a:lnTo>
                <a:lnTo>
                  <a:pt x="32289" y="9318"/>
                </a:lnTo>
                <a:lnTo>
                  <a:pt x="33904" y="9641"/>
                </a:lnTo>
                <a:lnTo>
                  <a:pt x="35564" y="10056"/>
                </a:lnTo>
                <a:lnTo>
                  <a:pt x="36256" y="10287"/>
                </a:lnTo>
                <a:lnTo>
                  <a:pt x="37086" y="10564"/>
                </a:lnTo>
                <a:lnTo>
                  <a:pt x="37824" y="10840"/>
                </a:lnTo>
                <a:lnTo>
                  <a:pt x="38470" y="11071"/>
                </a:lnTo>
                <a:lnTo>
                  <a:pt x="39900" y="11809"/>
                </a:lnTo>
                <a:lnTo>
                  <a:pt x="40546" y="12178"/>
                </a:lnTo>
                <a:lnTo>
                  <a:pt x="42529" y="13470"/>
                </a:lnTo>
                <a:lnTo>
                  <a:pt x="43774" y="14438"/>
                </a:lnTo>
                <a:lnTo>
                  <a:pt x="44328" y="14946"/>
                </a:lnTo>
                <a:lnTo>
                  <a:pt x="44881" y="15453"/>
                </a:lnTo>
                <a:lnTo>
                  <a:pt x="45435" y="16006"/>
                </a:lnTo>
                <a:lnTo>
                  <a:pt x="46634" y="17252"/>
                </a:lnTo>
                <a:lnTo>
                  <a:pt x="47049" y="17805"/>
                </a:lnTo>
                <a:lnTo>
                  <a:pt x="48018" y="19051"/>
                </a:lnTo>
                <a:lnTo>
                  <a:pt x="48941" y="20388"/>
                </a:lnTo>
                <a:lnTo>
                  <a:pt x="49771" y="21772"/>
                </a:lnTo>
                <a:lnTo>
                  <a:pt x="50555" y="23248"/>
                </a:lnTo>
                <a:lnTo>
                  <a:pt x="51247" y="24724"/>
                </a:lnTo>
                <a:lnTo>
                  <a:pt x="51847" y="26246"/>
                </a:lnTo>
                <a:lnTo>
                  <a:pt x="52446" y="27769"/>
                </a:lnTo>
                <a:lnTo>
                  <a:pt x="52861" y="29245"/>
                </a:lnTo>
                <a:lnTo>
                  <a:pt x="53230" y="30859"/>
                </a:lnTo>
                <a:lnTo>
                  <a:pt x="53507" y="32381"/>
                </a:lnTo>
                <a:lnTo>
                  <a:pt x="53738" y="33996"/>
                </a:lnTo>
                <a:lnTo>
                  <a:pt x="53876" y="35564"/>
                </a:lnTo>
                <a:lnTo>
                  <a:pt x="53922" y="36994"/>
                </a:lnTo>
                <a:lnTo>
                  <a:pt x="53830" y="38516"/>
                </a:lnTo>
                <a:lnTo>
                  <a:pt x="53738" y="40038"/>
                </a:lnTo>
                <a:lnTo>
                  <a:pt x="53507" y="41376"/>
                </a:lnTo>
                <a:lnTo>
                  <a:pt x="53230" y="42667"/>
                </a:lnTo>
                <a:lnTo>
                  <a:pt x="53046" y="43405"/>
                </a:lnTo>
                <a:lnTo>
                  <a:pt x="52861" y="44005"/>
                </a:lnTo>
                <a:lnTo>
                  <a:pt x="52677" y="44512"/>
                </a:lnTo>
                <a:lnTo>
                  <a:pt x="52400" y="45204"/>
                </a:lnTo>
                <a:lnTo>
                  <a:pt x="52123" y="45850"/>
                </a:lnTo>
                <a:lnTo>
                  <a:pt x="51847" y="46357"/>
                </a:lnTo>
                <a:lnTo>
                  <a:pt x="51570" y="46865"/>
                </a:lnTo>
                <a:lnTo>
                  <a:pt x="50924" y="48018"/>
                </a:lnTo>
                <a:lnTo>
                  <a:pt x="50647" y="48341"/>
                </a:lnTo>
                <a:lnTo>
                  <a:pt x="49817" y="49355"/>
                </a:lnTo>
                <a:lnTo>
                  <a:pt x="48802" y="50416"/>
                </a:lnTo>
                <a:lnTo>
                  <a:pt x="47741" y="51523"/>
                </a:lnTo>
                <a:lnTo>
                  <a:pt x="46634" y="52630"/>
                </a:lnTo>
                <a:lnTo>
                  <a:pt x="42898" y="56090"/>
                </a:lnTo>
                <a:lnTo>
                  <a:pt x="40269" y="58442"/>
                </a:lnTo>
                <a:lnTo>
                  <a:pt x="34780" y="63285"/>
                </a:lnTo>
                <a:lnTo>
                  <a:pt x="31966" y="65822"/>
                </a:lnTo>
                <a:lnTo>
                  <a:pt x="29245" y="68359"/>
                </a:lnTo>
                <a:lnTo>
                  <a:pt x="26570" y="70896"/>
                </a:lnTo>
                <a:lnTo>
                  <a:pt x="25278" y="72188"/>
                </a:lnTo>
                <a:lnTo>
                  <a:pt x="23986" y="73618"/>
                </a:lnTo>
                <a:lnTo>
                  <a:pt x="22741" y="74955"/>
                </a:lnTo>
                <a:lnTo>
                  <a:pt x="20527" y="77677"/>
                </a:lnTo>
                <a:lnTo>
                  <a:pt x="19374" y="79245"/>
                </a:lnTo>
                <a:lnTo>
                  <a:pt x="18451" y="80629"/>
                </a:lnTo>
                <a:lnTo>
                  <a:pt x="17483" y="82151"/>
                </a:lnTo>
                <a:lnTo>
                  <a:pt x="16652" y="83673"/>
                </a:lnTo>
                <a:lnTo>
                  <a:pt x="15822" y="85334"/>
                </a:lnTo>
                <a:lnTo>
                  <a:pt x="15223" y="86902"/>
                </a:lnTo>
                <a:lnTo>
                  <a:pt x="14669" y="88516"/>
                </a:lnTo>
                <a:lnTo>
                  <a:pt x="14208" y="90131"/>
                </a:lnTo>
                <a:lnTo>
                  <a:pt x="13977" y="91238"/>
                </a:lnTo>
                <a:lnTo>
                  <a:pt x="13285" y="96496"/>
                </a:lnTo>
                <a:lnTo>
                  <a:pt x="22049" y="97649"/>
                </a:lnTo>
                <a:lnTo>
                  <a:pt x="22741" y="92714"/>
                </a:lnTo>
                <a:lnTo>
                  <a:pt x="22833" y="92299"/>
                </a:lnTo>
                <a:lnTo>
                  <a:pt x="23110" y="91192"/>
                </a:lnTo>
                <a:lnTo>
                  <a:pt x="23479" y="90039"/>
                </a:lnTo>
                <a:lnTo>
                  <a:pt x="23940" y="88931"/>
                </a:lnTo>
                <a:lnTo>
                  <a:pt x="24448" y="87824"/>
                </a:lnTo>
                <a:lnTo>
                  <a:pt x="25093" y="86717"/>
                </a:lnTo>
                <a:lnTo>
                  <a:pt x="25831" y="85564"/>
                </a:lnTo>
                <a:lnTo>
                  <a:pt x="26616" y="84365"/>
                </a:lnTo>
                <a:lnTo>
                  <a:pt x="27446" y="83212"/>
                </a:lnTo>
                <a:lnTo>
                  <a:pt x="29429" y="80813"/>
                </a:lnTo>
                <a:lnTo>
                  <a:pt x="30490" y="79614"/>
                </a:lnTo>
                <a:lnTo>
                  <a:pt x="31597" y="78415"/>
                </a:lnTo>
                <a:lnTo>
                  <a:pt x="32750" y="77262"/>
                </a:lnTo>
                <a:lnTo>
                  <a:pt x="35287" y="74817"/>
                </a:lnTo>
                <a:lnTo>
                  <a:pt x="37916" y="72372"/>
                </a:lnTo>
                <a:lnTo>
                  <a:pt x="40638" y="69928"/>
                </a:lnTo>
                <a:lnTo>
                  <a:pt x="46127" y="65084"/>
                </a:lnTo>
                <a:lnTo>
                  <a:pt x="48848" y="62686"/>
                </a:lnTo>
                <a:lnTo>
                  <a:pt x="52723" y="59088"/>
                </a:lnTo>
                <a:lnTo>
                  <a:pt x="54061" y="57750"/>
                </a:lnTo>
                <a:lnTo>
                  <a:pt x="55214" y="56551"/>
                </a:lnTo>
                <a:lnTo>
                  <a:pt x="56413" y="55260"/>
                </a:lnTo>
                <a:lnTo>
                  <a:pt x="57658" y="53784"/>
                </a:lnTo>
                <a:lnTo>
                  <a:pt x="58304" y="52861"/>
                </a:lnTo>
                <a:lnTo>
                  <a:pt x="59227" y="51339"/>
                </a:lnTo>
                <a:lnTo>
                  <a:pt x="59734" y="50416"/>
                </a:lnTo>
                <a:lnTo>
                  <a:pt x="60149" y="49540"/>
                </a:lnTo>
                <a:lnTo>
                  <a:pt x="60518" y="48710"/>
                </a:lnTo>
                <a:lnTo>
                  <a:pt x="60887" y="47833"/>
                </a:lnTo>
                <a:lnTo>
                  <a:pt x="61256" y="46819"/>
                </a:lnTo>
                <a:lnTo>
                  <a:pt x="61533" y="45850"/>
                </a:lnTo>
                <a:lnTo>
                  <a:pt x="61764" y="44973"/>
                </a:lnTo>
                <a:lnTo>
                  <a:pt x="61994" y="44005"/>
                </a:lnTo>
                <a:lnTo>
                  <a:pt x="62271" y="42944"/>
                </a:lnTo>
                <a:lnTo>
                  <a:pt x="62502" y="41099"/>
                </a:lnTo>
                <a:lnTo>
                  <a:pt x="62686" y="39162"/>
                </a:lnTo>
                <a:lnTo>
                  <a:pt x="62778" y="37086"/>
                </a:lnTo>
                <a:lnTo>
                  <a:pt x="62732" y="35010"/>
                </a:lnTo>
                <a:lnTo>
                  <a:pt x="62548" y="33027"/>
                </a:lnTo>
                <a:lnTo>
                  <a:pt x="62271" y="31136"/>
                </a:lnTo>
                <a:lnTo>
                  <a:pt x="61902" y="29152"/>
                </a:lnTo>
                <a:lnTo>
                  <a:pt x="61487" y="27169"/>
                </a:lnTo>
                <a:lnTo>
                  <a:pt x="60841" y="25001"/>
                </a:lnTo>
                <a:lnTo>
                  <a:pt x="60149" y="23110"/>
                </a:lnTo>
                <a:lnTo>
                  <a:pt x="59411" y="21265"/>
                </a:lnTo>
                <a:lnTo>
                  <a:pt x="58535" y="19374"/>
                </a:lnTo>
                <a:lnTo>
                  <a:pt x="57566" y="17529"/>
                </a:lnTo>
                <a:lnTo>
                  <a:pt x="56413" y="15591"/>
                </a:lnTo>
                <a:lnTo>
                  <a:pt x="55260" y="13931"/>
                </a:lnTo>
                <a:lnTo>
                  <a:pt x="53968" y="12224"/>
                </a:lnTo>
                <a:lnTo>
                  <a:pt x="53276" y="11394"/>
                </a:lnTo>
                <a:lnTo>
                  <a:pt x="51847" y="9918"/>
                </a:lnTo>
                <a:lnTo>
                  <a:pt x="51108" y="9134"/>
                </a:lnTo>
                <a:lnTo>
                  <a:pt x="50324" y="8396"/>
                </a:lnTo>
                <a:lnTo>
                  <a:pt x="49494" y="7704"/>
                </a:lnTo>
                <a:lnTo>
                  <a:pt x="47787" y="6274"/>
                </a:lnTo>
                <a:lnTo>
                  <a:pt x="45066" y="4567"/>
                </a:lnTo>
                <a:lnTo>
                  <a:pt x="44143" y="4014"/>
                </a:lnTo>
                <a:lnTo>
                  <a:pt x="42160" y="3045"/>
                </a:lnTo>
                <a:lnTo>
                  <a:pt x="41145" y="2630"/>
                </a:lnTo>
                <a:lnTo>
                  <a:pt x="40084" y="2215"/>
                </a:lnTo>
                <a:lnTo>
                  <a:pt x="39116" y="1892"/>
                </a:lnTo>
                <a:lnTo>
                  <a:pt x="38009" y="1523"/>
                </a:lnTo>
                <a:lnTo>
                  <a:pt x="35933" y="1016"/>
                </a:lnTo>
                <a:lnTo>
                  <a:pt x="33950" y="600"/>
                </a:lnTo>
                <a:lnTo>
                  <a:pt x="31920" y="277"/>
                </a:lnTo>
                <a:lnTo>
                  <a:pt x="30075" y="139"/>
                </a:lnTo>
                <a:lnTo>
                  <a:pt x="2832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 flipH="1">
            <a:off x="6618302" y="3773975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 rot="-5400000">
            <a:off x="7686350" y="56230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76" name="Google Shape;76;p7"/>
          <p:cNvSpPr/>
          <p:nvPr/>
        </p:nvSpPr>
        <p:spPr>
          <a:xfrm>
            <a:off x="-146400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1234150" y="1383300"/>
            <a:ext cx="66756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8"/>
          <p:cNvSpPr/>
          <p:nvPr/>
        </p:nvSpPr>
        <p:spPr>
          <a:xfrm flipH="1">
            <a:off x="-2482748" y="33977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378935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81" name="Google Shape;81;p8"/>
          <p:cNvSpPr/>
          <p:nvPr/>
        </p:nvSpPr>
        <p:spPr>
          <a:xfrm>
            <a:off x="2116950" y="-24352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82" name="Google Shape;82;p8"/>
          <p:cNvSpPr/>
          <p:nvPr/>
        </p:nvSpPr>
        <p:spPr>
          <a:xfrm flipH="1" rot="10800000">
            <a:off x="7120548" y="-272382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4244200" y="1223113"/>
            <a:ext cx="3802500" cy="18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4244200" y="2921501"/>
            <a:ext cx="3802500" cy="9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/>
          <p:nvPr/>
        </p:nvSpPr>
        <p:spPr>
          <a:xfrm flipH="1" rot="-7790531">
            <a:off x="-1025999" y="-4959858"/>
            <a:ext cx="4621887" cy="7189143"/>
          </a:xfrm>
          <a:custGeom>
            <a:rect b="b" l="l" r="r" t="t"/>
            <a:pathLst>
              <a:path extrusionOk="0" h="97650" w="62779">
                <a:moveTo>
                  <a:pt x="26523" y="1"/>
                </a:moveTo>
                <a:lnTo>
                  <a:pt x="24724" y="93"/>
                </a:lnTo>
                <a:lnTo>
                  <a:pt x="23156" y="277"/>
                </a:lnTo>
                <a:lnTo>
                  <a:pt x="21403" y="462"/>
                </a:lnTo>
                <a:lnTo>
                  <a:pt x="19927" y="785"/>
                </a:lnTo>
                <a:lnTo>
                  <a:pt x="17021" y="1523"/>
                </a:lnTo>
                <a:lnTo>
                  <a:pt x="15638" y="2030"/>
                </a:lnTo>
                <a:lnTo>
                  <a:pt x="14300" y="2538"/>
                </a:lnTo>
                <a:lnTo>
                  <a:pt x="12132" y="3599"/>
                </a:lnTo>
                <a:lnTo>
                  <a:pt x="10979" y="4198"/>
                </a:lnTo>
                <a:lnTo>
                  <a:pt x="10010" y="4752"/>
                </a:lnTo>
                <a:lnTo>
                  <a:pt x="9088" y="5305"/>
                </a:lnTo>
                <a:lnTo>
                  <a:pt x="8165" y="5951"/>
                </a:lnTo>
                <a:lnTo>
                  <a:pt x="6643" y="7104"/>
                </a:lnTo>
                <a:lnTo>
                  <a:pt x="5398" y="8119"/>
                </a:lnTo>
                <a:lnTo>
                  <a:pt x="4245" y="9226"/>
                </a:lnTo>
                <a:lnTo>
                  <a:pt x="1" y="13792"/>
                </a:lnTo>
                <a:lnTo>
                  <a:pt x="6551" y="19789"/>
                </a:lnTo>
                <a:lnTo>
                  <a:pt x="9549" y="16514"/>
                </a:lnTo>
                <a:lnTo>
                  <a:pt x="10518" y="15453"/>
                </a:lnTo>
                <a:lnTo>
                  <a:pt x="11163" y="14853"/>
                </a:lnTo>
                <a:lnTo>
                  <a:pt x="12086" y="14069"/>
                </a:lnTo>
                <a:lnTo>
                  <a:pt x="13239" y="13193"/>
                </a:lnTo>
                <a:lnTo>
                  <a:pt x="13793" y="12824"/>
                </a:lnTo>
                <a:lnTo>
                  <a:pt x="14485" y="12409"/>
                </a:lnTo>
                <a:lnTo>
                  <a:pt x="15269" y="11947"/>
                </a:lnTo>
                <a:lnTo>
                  <a:pt x="16053" y="11532"/>
                </a:lnTo>
                <a:lnTo>
                  <a:pt x="17806" y="10702"/>
                </a:lnTo>
                <a:lnTo>
                  <a:pt x="18682" y="10333"/>
                </a:lnTo>
                <a:lnTo>
                  <a:pt x="19604" y="10010"/>
                </a:lnTo>
                <a:lnTo>
                  <a:pt x="21819" y="9457"/>
                </a:lnTo>
                <a:lnTo>
                  <a:pt x="22879" y="9226"/>
                </a:lnTo>
                <a:lnTo>
                  <a:pt x="24079" y="9088"/>
                </a:lnTo>
                <a:lnTo>
                  <a:pt x="25370" y="8949"/>
                </a:lnTo>
                <a:lnTo>
                  <a:pt x="26662" y="8857"/>
                </a:lnTo>
                <a:lnTo>
                  <a:pt x="27953" y="8857"/>
                </a:lnTo>
                <a:lnTo>
                  <a:pt x="29383" y="8949"/>
                </a:lnTo>
                <a:lnTo>
                  <a:pt x="30813" y="9088"/>
                </a:lnTo>
                <a:lnTo>
                  <a:pt x="32289" y="9318"/>
                </a:lnTo>
                <a:lnTo>
                  <a:pt x="33904" y="9641"/>
                </a:lnTo>
                <a:lnTo>
                  <a:pt x="35564" y="10056"/>
                </a:lnTo>
                <a:lnTo>
                  <a:pt x="36256" y="10287"/>
                </a:lnTo>
                <a:lnTo>
                  <a:pt x="37086" y="10564"/>
                </a:lnTo>
                <a:lnTo>
                  <a:pt x="37824" y="10840"/>
                </a:lnTo>
                <a:lnTo>
                  <a:pt x="38470" y="11071"/>
                </a:lnTo>
                <a:lnTo>
                  <a:pt x="39900" y="11809"/>
                </a:lnTo>
                <a:lnTo>
                  <a:pt x="40546" y="12178"/>
                </a:lnTo>
                <a:lnTo>
                  <a:pt x="42529" y="13470"/>
                </a:lnTo>
                <a:lnTo>
                  <a:pt x="43774" y="14438"/>
                </a:lnTo>
                <a:lnTo>
                  <a:pt x="44328" y="14946"/>
                </a:lnTo>
                <a:lnTo>
                  <a:pt x="44881" y="15453"/>
                </a:lnTo>
                <a:lnTo>
                  <a:pt x="45435" y="16006"/>
                </a:lnTo>
                <a:lnTo>
                  <a:pt x="46634" y="17252"/>
                </a:lnTo>
                <a:lnTo>
                  <a:pt x="47049" y="17805"/>
                </a:lnTo>
                <a:lnTo>
                  <a:pt x="48018" y="19051"/>
                </a:lnTo>
                <a:lnTo>
                  <a:pt x="48941" y="20388"/>
                </a:lnTo>
                <a:lnTo>
                  <a:pt x="49771" y="21772"/>
                </a:lnTo>
                <a:lnTo>
                  <a:pt x="50555" y="23248"/>
                </a:lnTo>
                <a:lnTo>
                  <a:pt x="51247" y="24724"/>
                </a:lnTo>
                <a:lnTo>
                  <a:pt x="51847" y="26246"/>
                </a:lnTo>
                <a:lnTo>
                  <a:pt x="52446" y="27769"/>
                </a:lnTo>
                <a:lnTo>
                  <a:pt x="52861" y="29245"/>
                </a:lnTo>
                <a:lnTo>
                  <a:pt x="53230" y="30859"/>
                </a:lnTo>
                <a:lnTo>
                  <a:pt x="53507" y="32381"/>
                </a:lnTo>
                <a:lnTo>
                  <a:pt x="53738" y="33996"/>
                </a:lnTo>
                <a:lnTo>
                  <a:pt x="53876" y="35564"/>
                </a:lnTo>
                <a:lnTo>
                  <a:pt x="53922" y="36994"/>
                </a:lnTo>
                <a:lnTo>
                  <a:pt x="53830" y="38516"/>
                </a:lnTo>
                <a:lnTo>
                  <a:pt x="53738" y="40038"/>
                </a:lnTo>
                <a:lnTo>
                  <a:pt x="53507" y="41376"/>
                </a:lnTo>
                <a:lnTo>
                  <a:pt x="53230" y="42667"/>
                </a:lnTo>
                <a:lnTo>
                  <a:pt x="53046" y="43405"/>
                </a:lnTo>
                <a:lnTo>
                  <a:pt x="52861" y="44005"/>
                </a:lnTo>
                <a:lnTo>
                  <a:pt x="52677" y="44512"/>
                </a:lnTo>
                <a:lnTo>
                  <a:pt x="52400" y="45204"/>
                </a:lnTo>
                <a:lnTo>
                  <a:pt x="52123" y="45850"/>
                </a:lnTo>
                <a:lnTo>
                  <a:pt x="51847" y="46357"/>
                </a:lnTo>
                <a:lnTo>
                  <a:pt x="51570" y="46865"/>
                </a:lnTo>
                <a:lnTo>
                  <a:pt x="50924" y="48018"/>
                </a:lnTo>
                <a:lnTo>
                  <a:pt x="50647" y="48341"/>
                </a:lnTo>
                <a:lnTo>
                  <a:pt x="49817" y="49355"/>
                </a:lnTo>
                <a:lnTo>
                  <a:pt x="48802" y="50416"/>
                </a:lnTo>
                <a:lnTo>
                  <a:pt x="47741" y="51523"/>
                </a:lnTo>
                <a:lnTo>
                  <a:pt x="46634" y="52630"/>
                </a:lnTo>
                <a:lnTo>
                  <a:pt x="42898" y="56090"/>
                </a:lnTo>
                <a:lnTo>
                  <a:pt x="40269" y="58442"/>
                </a:lnTo>
                <a:lnTo>
                  <a:pt x="34780" y="63285"/>
                </a:lnTo>
                <a:lnTo>
                  <a:pt x="31966" y="65822"/>
                </a:lnTo>
                <a:lnTo>
                  <a:pt x="29245" y="68359"/>
                </a:lnTo>
                <a:lnTo>
                  <a:pt x="26570" y="70896"/>
                </a:lnTo>
                <a:lnTo>
                  <a:pt x="25278" y="72188"/>
                </a:lnTo>
                <a:lnTo>
                  <a:pt x="23986" y="73618"/>
                </a:lnTo>
                <a:lnTo>
                  <a:pt x="22741" y="74955"/>
                </a:lnTo>
                <a:lnTo>
                  <a:pt x="20527" y="77677"/>
                </a:lnTo>
                <a:lnTo>
                  <a:pt x="19374" y="79245"/>
                </a:lnTo>
                <a:lnTo>
                  <a:pt x="18451" y="80629"/>
                </a:lnTo>
                <a:lnTo>
                  <a:pt x="17483" y="82151"/>
                </a:lnTo>
                <a:lnTo>
                  <a:pt x="16652" y="83673"/>
                </a:lnTo>
                <a:lnTo>
                  <a:pt x="15822" y="85334"/>
                </a:lnTo>
                <a:lnTo>
                  <a:pt x="15223" y="86902"/>
                </a:lnTo>
                <a:lnTo>
                  <a:pt x="14669" y="88516"/>
                </a:lnTo>
                <a:lnTo>
                  <a:pt x="14208" y="90131"/>
                </a:lnTo>
                <a:lnTo>
                  <a:pt x="13977" y="91238"/>
                </a:lnTo>
                <a:lnTo>
                  <a:pt x="13285" y="96496"/>
                </a:lnTo>
                <a:lnTo>
                  <a:pt x="22049" y="97649"/>
                </a:lnTo>
                <a:lnTo>
                  <a:pt x="22741" y="92714"/>
                </a:lnTo>
                <a:lnTo>
                  <a:pt x="22833" y="92299"/>
                </a:lnTo>
                <a:lnTo>
                  <a:pt x="23110" y="91192"/>
                </a:lnTo>
                <a:lnTo>
                  <a:pt x="23479" y="90039"/>
                </a:lnTo>
                <a:lnTo>
                  <a:pt x="23940" y="88931"/>
                </a:lnTo>
                <a:lnTo>
                  <a:pt x="24448" y="87824"/>
                </a:lnTo>
                <a:lnTo>
                  <a:pt x="25093" y="86717"/>
                </a:lnTo>
                <a:lnTo>
                  <a:pt x="25831" y="85564"/>
                </a:lnTo>
                <a:lnTo>
                  <a:pt x="26616" y="84365"/>
                </a:lnTo>
                <a:lnTo>
                  <a:pt x="27446" y="83212"/>
                </a:lnTo>
                <a:lnTo>
                  <a:pt x="29429" y="80813"/>
                </a:lnTo>
                <a:lnTo>
                  <a:pt x="30490" y="79614"/>
                </a:lnTo>
                <a:lnTo>
                  <a:pt x="31597" y="78415"/>
                </a:lnTo>
                <a:lnTo>
                  <a:pt x="32750" y="77262"/>
                </a:lnTo>
                <a:lnTo>
                  <a:pt x="35287" y="74817"/>
                </a:lnTo>
                <a:lnTo>
                  <a:pt x="37916" y="72372"/>
                </a:lnTo>
                <a:lnTo>
                  <a:pt x="40638" y="69928"/>
                </a:lnTo>
                <a:lnTo>
                  <a:pt x="46127" y="65084"/>
                </a:lnTo>
                <a:lnTo>
                  <a:pt x="48848" y="62686"/>
                </a:lnTo>
                <a:lnTo>
                  <a:pt x="52723" y="59088"/>
                </a:lnTo>
                <a:lnTo>
                  <a:pt x="54061" y="57750"/>
                </a:lnTo>
                <a:lnTo>
                  <a:pt x="55214" y="56551"/>
                </a:lnTo>
                <a:lnTo>
                  <a:pt x="56413" y="55260"/>
                </a:lnTo>
                <a:lnTo>
                  <a:pt x="57658" y="53784"/>
                </a:lnTo>
                <a:lnTo>
                  <a:pt x="58304" y="52861"/>
                </a:lnTo>
                <a:lnTo>
                  <a:pt x="59227" y="51339"/>
                </a:lnTo>
                <a:lnTo>
                  <a:pt x="59734" y="50416"/>
                </a:lnTo>
                <a:lnTo>
                  <a:pt x="60149" y="49540"/>
                </a:lnTo>
                <a:lnTo>
                  <a:pt x="60518" y="48710"/>
                </a:lnTo>
                <a:lnTo>
                  <a:pt x="60887" y="47833"/>
                </a:lnTo>
                <a:lnTo>
                  <a:pt x="61256" y="46819"/>
                </a:lnTo>
                <a:lnTo>
                  <a:pt x="61533" y="45850"/>
                </a:lnTo>
                <a:lnTo>
                  <a:pt x="61764" y="44973"/>
                </a:lnTo>
                <a:lnTo>
                  <a:pt x="61994" y="44005"/>
                </a:lnTo>
                <a:lnTo>
                  <a:pt x="62271" y="42944"/>
                </a:lnTo>
                <a:lnTo>
                  <a:pt x="62502" y="41099"/>
                </a:lnTo>
                <a:lnTo>
                  <a:pt x="62686" y="39162"/>
                </a:lnTo>
                <a:lnTo>
                  <a:pt x="62778" y="37086"/>
                </a:lnTo>
                <a:lnTo>
                  <a:pt x="62732" y="35010"/>
                </a:lnTo>
                <a:lnTo>
                  <a:pt x="62548" y="33027"/>
                </a:lnTo>
                <a:lnTo>
                  <a:pt x="62271" y="31136"/>
                </a:lnTo>
                <a:lnTo>
                  <a:pt x="61902" y="29152"/>
                </a:lnTo>
                <a:lnTo>
                  <a:pt x="61487" y="27169"/>
                </a:lnTo>
                <a:lnTo>
                  <a:pt x="60841" y="25001"/>
                </a:lnTo>
                <a:lnTo>
                  <a:pt x="60149" y="23110"/>
                </a:lnTo>
                <a:lnTo>
                  <a:pt x="59411" y="21265"/>
                </a:lnTo>
                <a:lnTo>
                  <a:pt x="58535" y="19374"/>
                </a:lnTo>
                <a:lnTo>
                  <a:pt x="57566" y="17529"/>
                </a:lnTo>
                <a:lnTo>
                  <a:pt x="56413" y="15591"/>
                </a:lnTo>
                <a:lnTo>
                  <a:pt x="55260" y="13931"/>
                </a:lnTo>
                <a:lnTo>
                  <a:pt x="53968" y="12224"/>
                </a:lnTo>
                <a:lnTo>
                  <a:pt x="53276" y="11394"/>
                </a:lnTo>
                <a:lnTo>
                  <a:pt x="51847" y="9918"/>
                </a:lnTo>
                <a:lnTo>
                  <a:pt x="51108" y="9134"/>
                </a:lnTo>
                <a:lnTo>
                  <a:pt x="50324" y="8396"/>
                </a:lnTo>
                <a:lnTo>
                  <a:pt x="49494" y="7704"/>
                </a:lnTo>
                <a:lnTo>
                  <a:pt x="47787" y="6274"/>
                </a:lnTo>
                <a:lnTo>
                  <a:pt x="45066" y="4567"/>
                </a:lnTo>
                <a:lnTo>
                  <a:pt x="44143" y="4014"/>
                </a:lnTo>
                <a:lnTo>
                  <a:pt x="42160" y="3045"/>
                </a:lnTo>
                <a:lnTo>
                  <a:pt x="41145" y="2630"/>
                </a:lnTo>
                <a:lnTo>
                  <a:pt x="40084" y="2215"/>
                </a:lnTo>
                <a:lnTo>
                  <a:pt x="39116" y="1892"/>
                </a:lnTo>
                <a:lnTo>
                  <a:pt x="38009" y="1523"/>
                </a:lnTo>
                <a:lnTo>
                  <a:pt x="35933" y="1016"/>
                </a:lnTo>
                <a:lnTo>
                  <a:pt x="33950" y="600"/>
                </a:lnTo>
                <a:lnTo>
                  <a:pt x="31920" y="277"/>
                </a:lnTo>
                <a:lnTo>
                  <a:pt x="30075" y="139"/>
                </a:lnTo>
                <a:lnTo>
                  <a:pt x="2832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 flipH="1">
            <a:off x="6120627" y="4267500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type="title"/>
          </p:nvPr>
        </p:nvSpPr>
        <p:spPr>
          <a:xfrm>
            <a:off x="3903975" y="3059999"/>
            <a:ext cx="4624800" cy="15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hasCustomPrompt="1" type="title"/>
          </p:nvPr>
        </p:nvSpPr>
        <p:spPr>
          <a:xfrm>
            <a:off x="1284000" y="1158700"/>
            <a:ext cx="6576000" cy="21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2" name="Google Shape;92;p11"/>
          <p:cNvSpPr txBox="1"/>
          <p:nvPr>
            <p:ph idx="1" type="subTitle"/>
          </p:nvPr>
        </p:nvSpPr>
        <p:spPr>
          <a:xfrm>
            <a:off x="1284000" y="31828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1"/>
          <p:cNvSpPr/>
          <p:nvPr/>
        </p:nvSpPr>
        <p:spPr>
          <a:xfrm>
            <a:off x="-1154375" y="3902325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 rot="7790531">
            <a:off x="5581289" y="-5170108"/>
            <a:ext cx="4621887" cy="7189143"/>
          </a:xfrm>
          <a:custGeom>
            <a:rect b="b" l="l" r="r" t="t"/>
            <a:pathLst>
              <a:path extrusionOk="0" h="97650" w="62779">
                <a:moveTo>
                  <a:pt x="26523" y="1"/>
                </a:moveTo>
                <a:lnTo>
                  <a:pt x="24724" y="93"/>
                </a:lnTo>
                <a:lnTo>
                  <a:pt x="23156" y="277"/>
                </a:lnTo>
                <a:lnTo>
                  <a:pt x="21403" y="462"/>
                </a:lnTo>
                <a:lnTo>
                  <a:pt x="19927" y="785"/>
                </a:lnTo>
                <a:lnTo>
                  <a:pt x="17021" y="1523"/>
                </a:lnTo>
                <a:lnTo>
                  <a:pt x="15638" y="2030"/>
                </a:lnTo>
                <a:lnTo>
                  <a:pt x="14300" y="2538"/>
                </a:lnTo>
                <a:lnTo>
                  <a:pt x="12132" y="3599"/>
                </a:lnTo>
                <a:lnTo>
                  <a:pt x="10979" y="4198"/>
                </a:lnTo>
                <a:lnTo>
                  <a:pt x="10010" y="4752"/>
                </a:lnTo>
                <a:lnTo>
                  <a:pt x="9088" y="5305"/>
                </a:lnTo>
                <a:lnTo>
                  <a:pt x="8165" y="5951"/>
                </a:lnTo>
                <a:lnTo>
                  <a:pt x="6643" y="7104"/>
                </a:lnTo>
                <a:lnTo>
                  <a:pt x="5398" y="8119"/>
                </a:lnTo>
                <a:lnTo>
                  <a:pt x="4245" y="9226"/>
                </a:lnTo>
                <a:lnTo>
                  <a:pt x="1" y="13792"/>
                </a:lnTo>
                <a:lnTo>
                  <a:pt x="6551" y="19789"/>
                </a:lnTo>
                <a:lnTo>
                  <a:pt x="9549" y="16514"/>
                </a:lnTo>
                <a:lnTo>
                  <a:pt x="10518" y="15453"/>
                </a:lnTo>
                <a:lnTo>
                  <a:pt x="11163" y="14853"/>
                </a:lnTo>
                <a:lnTo>
                  <a:pt x="12086" y="14069"/>
                </a:lnTo>
                <a:lnTo>
                  <a:pt x="13239" y="13193"/>
                </a:lnTo>
                <a:lnTo>
                  <a:pt x="13793" y="12824"/>
                </a:lnTo>
                <a:lnTo>
                  <a:pt x="14485" y="12409"/>
                </a:lnTo>
                <a:lnTo>
                  <a:pt x="15269" y="11947"/>
                </a:lnTo>
                <a:lnTo>
                  <a:pt x="16053" y="11532"/>
                </a:lnTo>
                <a:lnTo>
                  <a:pt x="17806" y="10702"/>
                </a:lnTo>
                <a:lnTo>
                  <a:pt x="18682" y="10333"/>
                </a:lnTo>
                <a:lnTo>
                  <a:pt x="19604" y="10010"/>
                </a:lnTo>
                <a:lnTo>
                  <a:pt x="21819" y="9457"/>
                </a:lnTo>
                <a:lnTo>
                  <a:pt x="22879" y="9226"/>
                </a:lnTo>
                <a:lnTo>
                  <a:pt x="24079" y="9088"/>
                </a:lnTo>
                <a:lnTo>
                  <a:pt x="25370" y="8949"/>
                </a:lnTo>
                <a:lnTo>
                  <a:pt x="26662" y="8857"/>
                </a:lnTo>
                <a:lnTo>
                  <a:pt x="27953" y="8857"/>
                </a:lnTo>
                <a:lnTo>
                  <a:pt x="29383" y="8949"/>
                </a:lnTo>
                <a:lnTo>
                  <a:pt x="30813" y="9088"/>
                </a:lnTo>
                <a:lnTo>
                  <a:pt x="32289" y="9318"/>
                </a:lnTo>
                <a:lnTo>
                  <a:pt x="33904" y="9641"/>
                </a:lnTo>
                <a:lnTo>
                  <a:pt x="35564" y="10056"/>
                </a:lnTo>
                <a:lnTo>
                  <a:pt x="36256" y="10287"/>
                </a:lnTo>
                <a:lnTo>
                  <a:pt x="37086" y="10564"/>
                </a:lnTo>
                <a:lnTo>
                  <a:pt x="37824" y="10840"/>
                </a:lnTo>
                <a:lnTo>
                  <a:pt x="38470" y="11071"/>
                </a:lnTo>
                <a:lnTo>
                  <a:pt x="39900" y="11809"/>
                </a:lnTo>
                <a:lnTo>
                  <a:pt x="40546" y="12178"/>
                </a:lnTo>
                <a:lnTo>
                  <a:pt x="42529" y="13470"/>
                </a:lnTo>
                <a:lnTo>
                  <a:pt x="43774" y="14438"/>
                </a:lnTo>
                <a:lnTo>
                  <a:pt x="44328" y="14946"/>
                </a:lnTo>
                <a:lnTo>
                  <a:pt x="44881" y="15453"/>
                </a:lnTo>
                <a:lnTo>
                  <a:pt x="45435" y="16006"/>
                </a:lnTo>
                <a:lnTo>
                  <a:pt x="46634" y="17252"/>
                </a:lnTo>
                <a:lnTo>
                  <a:pt x="47049" y="17805"/>
                </a:lnTo>
                <a:lnTo>
                  <a:pt x="48018" y="19051"/>
                </a:lnTo>
                <a:lnTo>
                  <a:pt x="48941" y="20388"/>
                </a:lnTo>
                <a:lnTo>
                  <a:pt x="49771" y="21772"/>
                </a:lnTo>
                <a:lnTo>
                  <a:pt x="50555" y="23248"/>
                </a:lnTo>
                <a:lnTo>
                  <a:pt x="51247" y="24724"/>
                </a:lnTo>
                <a:lnTo>
                  <a:pt x="51847" y="26246"/>
                </a:lnTo>
                <a:lnTo>
                  <a:pt x="52446" y="27769"/>
                </a:lnTo>
                <a:lnTo>
                  <a:pt x="52861" y="29245"/>
                </a:lnTo>
                <a:lnTo>
                  <a:pt x="53230" y="30859"/>
                </a:lnTo>
                <a:lnTo>
                  <a:pt x="53507" y="32381"/>
                </a:lnTo>
                <a:lnTo>
                  <a:pt x="53738" y="33996"/>
                </a:lnTo>
                <a:lnTo>
                  <a:pt x="53876" y="35564"/>
                </a:lnTo>
                <a:lnTo>
                  <a:pt x="53922" y="36994"/>
                </a:lnTo>
                <a:lnTo>
                  <a:pt x="53830" y="38516"/>
                </a:lnTo>
                <a:lnTo>
                  <a:pt x="53738" y="40038"/>
                </a:lnTo>
                <a:lnTo>
                  <a:pt x="53507" y="41376"/>
                </a:lnTo>
                <a:lnTo>
                  <a:pt x="53230" y="42667"/>
                </a:lnTo>
                <a:lnTo>
                  <a:pt x="53046" y="43405"/>
                </a:lnTo>
                <a:lnTo>
                  <a:pt x="52861" y="44005"/>
                </a:lnTo>
                <a:lnTo>
                  <a:pt x="52677" y="44512"/>
                </a:lnTo>
                <a:lnTo>
                  <a:pt x="52400" y="45204"/>
                </a:lnTo>
                <a:lnTo>
                  <a:pt x="52123" y="45850"/>
                </a:lnTo>
                <a:lnTo>
                  <a:pt x="51847" y="46357"/>
                </a:lnTo>
                <a:lnTo>
                  <a:pt x="51570" y="46865"/>
                </a:lnTo>
                <a:lnTo>
                  <a:pt x="50924" y="48018"/>
                </a:lnTo>
                <a:lnTo>
                  <a:pt x="50647" y="48341"/>
                </a:lnTo>
                <a:lnTo>
                  <a:pt x="49817" y="49355"/>
                </a:lnTo>
                <a:lnTo>
                  <a:pt x="48802" y="50416"/>
                </a:lnTo>
                <a:lnTo>
                  <a:pt x="47741" y="51523"/>
                </a:lnTo>
                <a:lnTo>
                  <a:pt x="46634" y="52630"/>
                </a:lnTo>
                <a:lnTo>
                  <a:pt x="42898" y="56090"/>
                </a:lnTo>
                <a:lnTo>
                  <a:pt x="40269" y="58442"/>
                </a:lnTo>
                <a:lnTo>
                  <a:pt x="34780" y="63285"/>
                </a:lnTo>
                <a:lnTo>
                  <a:pt x="31966" y="65822"/>
                </a:lnTo>
                <a:lnTo>
                  <a:pt x="29245" y="68359"/>
                </a:lnTo>
                <a:lnTo>
                  <a:pt x="26570" y="70896"/>
                </a:lnTo>
                <a:lnTo>
                  <a:pt x="25278" y="72188"/>
                </a:lnTo>
                <a:lnTo>
                  <a:pt x="23986" y="73618"/>
                </a:lnTo>
                <a:lnTo>
                  <a:pt x="22741" y="74955"/>
                </a:lnTo>
                <a:lnTo>
                  <a:pt x="20527" y="77677"/>
                </a:lnTo>
                <a:lnTo>
                  <a:pt x="19374" y="79245"/>
                </a:lnTo>
                <a:lnTo>
                  <a:pt x="18451" y="80629"/>
                </a:lnTo>
                <a:lnTo>
                  <a:pt x="17483" y="82151"/>
                </a:lnTo>
                <a:lnTo>
                  <a:pt x="16652" y="83673"/>
                </a:lnTo>
                <a:lnTo>
                  <a:pt x="15822" y="85334"/>
                </a:lnTo>
                <a:lnTo>
                  <a:pt x="15223" y="86902"/>
                </a:lnTo>
                <a:lnTo>
                  <a:pt x="14669" y="88516"/>
                </a:lnTo>
                <a:lnTo>
                  <a:pt x="14208" y="90131"/>
                </a:lnTo>
                <a:lnTo>
                  <a:pt x="13977" y="91238"/>
                </a:lnTo>
                <a:lnTo>
                  <a:pt x="13285" y="96496"/>
                </a:lnTo>
                <a:lnTo>
                  <a:pt x="22049" y="97649"/>
                </a:lnTo>
                <a:lnTo>
                  <a:pt x="22741" y="92714"/>
                </a:lnTo>
                <a:lnTo>
                  <a:pt x="22833" y="92299"/>
                </a:lnTo>
                <a:lnTo>
                  <a:pt x="23110" y="91192"/>
                </a:lnTo>
                <a:lnTo>
                  <a:pt x="23479" y="90039"/>
                </a:lnTo>
                <a:lnTo>
                  <a:pt x="23940" y="88931"/>
                </a:lnTo>
                <a:lnTo>
                  <a:pt x="24448" y="87824"/>
                </a:lnTo>
                <a:lnTo>
                  <a:pt x="25093" y="86717"/>
                </a:lnTo>
                <a:lnTo>
                  <a:pt x="25831" y="85564"/>
                </a:lnTo>
                <a:lnTo>
                  <a:pt x="26616" y="84365"/>
                </a:lnTo>
                <a:lnTo>
                  <a:pt x="27446" y="83212"/>
                </a:lnTo>
                <a:lnTo>
                  <a:pt x="29429" y="80813"/>
                </a:lnTo>
                <a:lnTo>
                  <a:pt x="30490" y="79614"/>
                </a:lnTo>
                <a:lnTo>
                  <a:pt x="31597" y="78415"/>
                </a:lnTo>
                <a:lnTo>
                  <a:pt x="32750" y="77262"/>
                </a:lnTo>
                <a:lnTo>
                  <a:pt x="35287" y="74817"/>
                </a:lnTo>
                <a:lnTo>
                  <a:pt x="37916" y="72372"/>
                </a:lnTo>
                <a:lnTo>
                  <a:pt x="40638" y="69928"/>
                </a:lnTo>
                <a:lnTo>
                  <a:pt x="46127" y="65084"/>
                </a:lnTo>
                <a:lnTo>
                  <a:pt x="48848" y="62686"/>
                </a:lnTo>
                <a:lnTo>
                  <a:pt x="52723" y="59088"/>
                </a:lnTo>
                <a:lnTo>
                  <a:pt x="54061" y="57750"/>
                </a:lnTo>
                <a:lnTo>
                  <a:pt x="55214" y="56551"/>
                </a:lnTo>
                <a:lnTo>
                  <a:pt x="56413" y="55260"/>
                </a:lnTo>
                <a:lnTo>
                  <a:pt x="57658" y="53784"/>
                </a:lnTo>
                <a:lnTo>
                  <a:pt x="58304" y="52861"/>
                </a:lnTo>
                <a:lnTo>
                  <a:pt x="59227" y="51339"/>
                </a:lnTo>
                <a:lnTo>
                  <a:pt x="59734" y="50416"/>
                </a:lnTo>
                <a:lnTo>
                  <a:pt x="60149" y="49540"/>
                </a:lnTo>
                <a:lnTo>
                  <a:pt x="60518" y="48710"/>
                </a:lnTo>
                <a:lnTo>
                  <a:pt x="60887" y="47833"/>
                </a:lnTo>
                <a:lnTo>
                  <a:pt x="61256" y="46819"/>
                </a:lnTo>
                <a:lnTo>
                  <a:pt x="61533" y="45850"/>
                </a:lnTo>
                <a:lnTo>
                  <a:pt x="61764" y="44973"/>
                </a:lnTo>
                <a:lnTo>
                  <a:pt x="61994" y="44005"/>
                </a:lnTo>
                <a:lnTo>
                  <a:pt x="62271" y="42944"/>
                </a:lnTo>
                <a:lnTo>
                  <a:pt x="62502" y="41099"/>
                </a:lnTo>
                <a:lnTo>
                  <a:pt x="62686" y="39162"/>
                </a:lnTo>
                <a:lnTo>
                  <a:pt x="62778" y="37086"/>
                </a:lnTo>
                <a:lnTo>
                  <a:pt x="62732" y="35010"/>
                </a:lnTo>
                <a:lnTo>
                  <a:pt x="62548" y="33027"/>
                </a:lnTo>
                <a:lnTo>
                  <a:pt x="62271" y="31136"/>
                </a:lnTo>
                <a:lnTo>
                  <a:pt x="61902" y="29152"/>
                </a:lnTo>
                <a:lnTo>
                  <a:pt x="61487" y="27169"/>
                </a:lnTo>
                <a:lnTo>
                  <a:pt x="60841" y="25001"/>
                </a:lnTo>
                <a:lnTo>
                  <a:pt x="60149" y="23110"/>
                </a:lnTo>
                <a:lnTo>
                  <a:pt x="59411" y="21265"/>
                </a:lnTo>
                <a:lnTo>
                  <a:pt x="58535" y="19374"/>
                </a:lnTo>
                <a:lnTo>
                  <a:pt x="57566" y="17529"/>
                </a:lnTo>
                <a:lnTo>
                  <a:pt x="56413" y="15591"/>
                </a:lnTo>
                <a:lnTo>
                  <a:pt x="55260" y="13931"/>
                </a:lnTo>
                <a:lnTo>
                  <a:pt x="53968" y="12224"/>
                </a:lnTo>
                <a:lnTo>
                  <a:pt x="53276" y="11394"/>
                </a:lnTo>
                <a:lnTo>
                  <a:pt x="51847" y="9918"/>
                </a:lnTo>
                <a:lnTo>
                  <a:pt x="51108" y="9134"/>
                </a:lnTo>
                <a:lnTo>
                  <a:pt x="50324" y="8396"/>
                </a:lnTo>
                <a:lnTo>
                  <a:pt x="49494" y="7704"/>
                </a:lnTo>
                <a:lnTo>
                  <a:pt x="47787" y="6274"/>
                </a:lnTo>
                <a:lnTo>
                  <a:pt x="45066" y="4567"/>
                </a:lnTo>
                <a:lnTo>
                  <a:pt x="44143" y="4014"/>
                </a:lnTo>
                <a:lnTo>
                  <a:pt x="42160" y="3045"/>
                </a:lnTo>
                <a:lnTo>
                  <a:pt x="41145" y="2630"/>
                </a:lnTo>
                <a:lnTo>
                  <a:pt x="40084" y="2215"/>
                </a:lnTo>
                <a:lnTo>
                  <a:pt x="39116" y="1892"/>
                </a:lnTo>
                <a:lnTo>
                  <a:pt x="38009" y="1523"/>
                </a:lnTo>
                <a:lnTo>
                  <a:pt x="35933" y="1016"/>
                </a:lnTo>
                <a:lnTo>
                  <a:pt x="33950" y="600"/>
                </a:lnTo>
                <a:lnTo>
                  <a:pt x="31920" y="277"/>
                </a:lnTo>
                <a:lnTo>
                  <a:pt x="30075" y="139"/>
                </a:lnTo>
                <a:lnTo>
                  <a:pt x="2832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 rot="-5400000">
            <a:off x="-1370000" y="165917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96" name="Google Shape;96;p11"/>
          <p:cNvSpPr/>
          <p:nvPr/>
        </p:nvSpPr>
        <p:spPr>
          <a:xfrm>
            <a:off x="3651725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2143783" y="1537898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3"/>
          <p:cNvSpPr txBox="1"/>
          <p:nvPr>
            <p:ph idx="1" type="subTitle"/>
          </p:nvPr>
        </p:nvSpPr>
        <p:spPr>
          <a:xfrm>
            <a:off x="2143783" y="2002488"/>
            <a:ext cx="2305500" cy="5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2" type="title"/>
          </p:nvPr>
        </p:nvSpPr>
        <p:spPr>
          <a:xfrm>
            <a:off x="5997153" y="1537898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3"/>
          <p:cNvSpPr txBox="1"/>
          <p:nvPr>
            <p:ph idx="3" type="subTitle"/>
          </p:nvPr>
        </p:nvSpPr>
        <p:spPr>
          <a:xfrm>
            <a:off x="5997154" y="2002488"/>
            <a:ext cx="2305500" cy="5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4" type="title"/>
          </p:nvPr>
        </p:nvSpPr>
        <p:spPr>
          <a:xfrm>
            <a:off x="2143783" y="3048561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p13"/>
          <p:cNvSpPr txBox="1"/>
          <p:nvPr>
            <p:ph idx="5" type="subTitle"/>
          </p:nvPr>
        </p:nvSpPr>
        <p:spPr>
          <a:xfrm>
            <a:off x="2143783" y="3513162"/>
            <a:ext cx="2305500" cy="5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6" type="title"/>
          </p:nvPr>
        </p:nvSpPr>
        <p:spPr>
          <a:xfrm>
            <a:off x="5997153" y="3048561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3"/>
          <p:cNvSpPr txBox="1"/>
          <p:nvPr>
            <p:ph idx="7" type="subTitle"/>
          </p:nvPr>
        </p:nvSpPr>
        <p:spPr>
          <a:xfrm>
            <a:off x="5997154" y="3513162"/>
            <a:ext cx="2305500" cy="5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hasCustomPrompt="1" idx="8" type="title"/>
          </p:nvPr>
        </p:nvSpPr>
        <p:spPr>
          <a:xfrm>
            <a:off x="948296" y="15212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hasCustomPrompt="1" idx="9" type="title"/>
          </p:nvPr>
        </p:nvSpPr>
        <p:spPr>
          <a:xfrm>
            <a:off x="948296" y="30007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13" type="title"/>
          </p:nvPr>
        </p:nvSpPr>
        <p:spPr>
          <a:xfrm>
            <a:off x="4798471" y="15212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hasCustomPrompt="1" idx="14" type="title"/>
          </p:nvPr>
        </p:nvSpPr>
        <p:spPr>
          <a:xfrm>
            <a:off x="4798471" y="3000775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2" name="Google Shape;112;p13"/>
          <p:cNvSpPr/>
          <p:nvPr/>
        </p:nvSpPr>
        <p:spPr>
          <a:xfrm flipH="1">
            <a:off x="-3276795" y="-2826762"/>
            <a:ext cx="5577900" cy="5577900"/>
          </a:xfrm>
          <a:prstGeom prst="blockArc">
            <a:avLst>
              <a:gd fmla="val 5458868" name="adj1"/>
              <a:gd fmla="val 21490218" name="adj2"/>
              <a:gd fmla="val 14275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13"/>
          <p:cNvGrpSpPr/>
          <p:nvPr/>
        </p:nvGrpSpPr>
        <p:grpSpPr>
          <a:xfrm flipH="1">
            <a:off x="8300117" y="383970"/>
            <a:ext cx="492036" cy="492056"/>
            <a:chOff x="238125" y="1209825"/>
            <a:chExt cx="621650" cy="621675"/>
          </a:xfrm>
        </p:grpSpPr>
        <p:sp>
          <p:nvSpPr>
            <p:cNvPr id="114" name="Google Shape;114;p13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3"/>
          <p:cNvSpPr/>
          <p:nvPr/>
        </p:nvSpPr>
        <p:spPr>
          <a:xfrm flipH="1">
            <a:off x="7018002" y="4039050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3"/>
          <p:cNvGrpSpPr/>
          <p:nvPr/>
        </p:nvGrpSpPr>
        <p:grpSpPr>
          <a:xfrm flipH="1">
            <a:off x="275142" y="4267470"/>
            <a:ext cx="492036" cy="492056"/>
            <a:chOff x="238125" y="1209825"/>
            <a:chExt cx="621650" cy="621675"/>
          </a:xfrm>
        </p:grpSpPr>
        <p:sp>
          <p:nvSpPr>
            <p:cNvPr id="124" name="Google Shape;124;p13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2391900" y="3024613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" name="Google Shape;134;p14"/>
          <p:cNvSpPr txBox="1"/>
          <p:nvPr>
            <p:ph idx="1" type="subTitle"/>
          </p:nvPr>
        </p:nvSpPr>
        <p:spPr>
          <a:xfrm>
            <a:off x="1956450" y="1586988"/>
            <a:ext cx="52311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4"/>
          <p:cNvSpPr/>
          <p:nvPr/>
        </p:nvSpPr>
        <p:spPr>
          <a:xfrm>
            <a:off x="3205150" y="490187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136" name="Google Shape;136;p14"/>
          <p:cNvSpPr/>
          <p:nvPr/>
        </p:nvSpPr>
        <p:spPr>
          <a:xfrm rot="-5400000">
            <a:off x="-1527775" y="214197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137" name="Google Shape;137;p14"/>
          <p:cNvSpPr/>
          <p:nvPr/>
        </p:nvSpPr>
        <p:spPr>
          <a:xfrm rot="10800000">
            <a:off x="2410652" y="-325117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6799248" y="390232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7904175" y="-21007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8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4081150" y="2561250"/>
            <a:ext cx="4215000" cy="13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4081173" y="1798675"/>
            <a:ext cx="421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43" name="Google Shape;143;p15"/>
          <p:cNvSpPr/>
          <p:nvPr/>
        </p:nvSpPr>
        <p:spPr>
          <a:xfrm flipH="1" rot="-7790531">
            <a:off x="-1096874" y="-2478720"/>
            <a:ext cx="4621887" cy="7189143"/>
          </a:xfrm>
          <a:custGeom>
            <a:rect b="b" l="l" r="r" t="t"/>
            <a:pathLst>
              <a:path extrusionOk="0" h="97650" w="62779">
                <a:moveTo>
                  <a:pt x="26523" y="1"/>
                </a:moveTo>
                <a:lnTo>
                  <a:pt x="24724" y="93"/>
                </a:lnTo>
                <a:lnTo>
                  <a:pt x="23156" y="277"/>
                </a:lnTo>
                <a:lnTo>
                  <a:pt x="21403" y="462"/>
                </a:lnTo>
                <a:lnTo>
                  <a:pt x="19927" y="785"/>
                </a:lnTo>
                <a:lnTo>
                  <a:pt x="17021" y="1523"/>
                </a:lnTo>
                <a:lnTo>
                  <a:pt x="15638" y="2030"/>
                </a:lnTo>
                <a:lnTo>
                  <a:pt x="14300" y="2538"/>
                </a:lnTo>
                <a:lnTo>
                  <a:pt x="12132" y="3599"/>
                </a:lnTo>
                <a:lnTo>
                  <a:pt x="10979" y="4198"/>
                </a:lnTo>
                <a:lnTo>
                  <a:pt x="10010" y="4752"/>
                </a:lnTo>
                <a:lnTo>
                  <a:pt x="9088" y="5305"/>
                </a:lnTo>
                <a:lnTo>
                  <a:pt x="8165" y="5951"/>
                </a:lnTo>
                <a:lnTo>
                  <a:pt x="6643" y="7104"/>
                </a:lnTo>
                <a:lnTo>
                  <a:pt x="5398" y="8119"/>
                </a:lnTo>
                <a:lnTo>
                  <a:pt x="4245" y="9226"/>
                </a:lnTo>
                <a:lnTo>
                  <a:pt x="1" y="13792"/>
                </a:lnTo>
                <a:lnTo>
                  <a:pt x="6551" y="19789"/>
                </a:lnTo>
                <a:lnTo>
                  <a:pt x="9549" y="16514"/>
                </a:lnTo>
                <a:lnTo>
                  <a:pt x="10518" y="15453"/>
                </a:lnTo>
                <a:lnTo>
                  <a:pt x="11163" y="14853"/>
                </a:lnTo>
                <a:lnTo>
                  <a:pt x="12086" y="14069"/>
                </a:lnTo>
                <a:lnTo>
                  <a:pt x="13239" y="13193"/>
                </a:lnTo>
                <a:lnTo>
                  <a:pt x="13793" y="12824"/>
                </a:lnTo>
                <a:lnTo>
                  <a:pt x="14485" y="12409"/>
                </a:lnTo>
                <a:lnTo>
                  <a:pt x="15269" y="11947"/>
                </a:lnTo>
                <a:lnTo>
                  <a:pt x="16053" y="11532"/>
                </a:lnTo>
                <a:lnTo>
                  <a:pt x="17806" y="10702"/>
                </a:lnTo>
                <a:lnTo>
                  <a:pt x="18682" y="10333"/>
                </a:lnTo>
                <a:lnTo>
                  <a:pt x="19604" y="10010"/>
                </a:lnTo>
                <a:lnTo>
                  <a:pt x="21819" y="9457"/>
                </a:lnTo>
                <a:lnTo>
                  <a:pt x="22879" y="9226"/>
                </a:lnTo>
                <a:lnTo>
                  <a:pt x="24079" y="9088"/>
                </a:lnTo>
                <a:lnTo>
                  <a:pt x="25370" y="8949"/>
                </a:lnTo>
                <a:lnTo>
                  <a:pt x="26662" y="8857"/>
                </a:lnTo>
                <a:lnTo>
                  <a:pt x="27953" y="8857"/>
                </a:lnTo>
                <a:lnTo>
                  <a:pt x="29383" y="8949"/>
                </a:lnTo>
                <a:lnTo>
                  <a:pt x="30813" y="9088"/>
                </a:lnTo>
                <a:lnTo>
                  <a:pt x="32289" y="9318"/>
                </a:lnTo>
                <a:lnTo>
                  <a:pt x="33904" y="9641"/>
                </a:lnTo>
                <a:lnTo>
                  <a:pt x="35564" y="10056"/>
                </a:lnTo>
                <a:lnTo>
                  <a:pt x="36256" y="10287"/>
                </a:lnTo>
                <a:lnTo>
                  <a:pt x="37086" y="10564"/>
                </a:lnTo>
                <a:lnTo>
                  <a:pt x="37824" y="10840"/>
                </a:lnTo>
                <a:lnTo>
                  <a:pt x="38470" y="11071"/>
                </a:lnTo>
                <a:lnTo>
                  <a:pt x="39900" y="11809"/>
                </a:lnTo>
                <a:lnTo>
                  <a:pt x="40546" y="12178"/>
                </a:lnTo>
                <a:lnTo>
                  <a:pt x="42529" y="13470"/>
                </a:lnTo>
                <a:lnTo>
                  <a:pt x="43774" y="14438"/>
                </a:lnTo>
                <a:lnTo>
                  <a:pt x="44328" y="14946"/>
                </a:lnTo>
                <a:lnTo>
                  <a:pt x="44881" y="15453"/>
                </a:lnTo>
                <a:lnTo>
                  <a:pt x="45435" y="16006"/>
                </a:lnTo>
                <a:lnTo>
                  <a:pt x="46634" y="17252"/>
                </a:lnTo>
                <a:lnTo>
                  <a:pt x="47049" y="17805"/>
                </a:lnTo>
                <a:lnTo>
                  <a:pt x="48018" y="19051"/>
                </a:lnTo>
                <a:lnTo>
                  <a:pt x="48941" y="20388"/>
                </a:lnTo>
                <a:lnTo>
                  <a:pt x="49771" y="21772"/>
                </a:lnTo>
                <a:lnTo>
                  <a:pt x="50555" y="23248"/>
                </a:lnTo>
                <a:lnTo>
                  <a:pt x="51247" y="24724"/>
                </a:lnTo>
                <a:lnTo>
                  <a:pt x="51847" y="26246"/>
                </a:lnTo>
                <a:lnTo>
                  <a:pt x="52446" y="27769"/>
                </a:lnTo>
                <a:lnTo>
                  <a:pt x="52861" y="29245"/>
                </a:lnTo>
                <a:lnTo>
                  <a:pt x="53230" y="30859"/>
                </a:lnTo>
                <a:lnTo>
                  <a:pt x="53507" y="32381"/>
                </a:lnTo>
                <a:lnTo>
                  <a:pt x="53738" y="33996"/>
                </a:lnTo>
                <a:lnTo>
                  <a:pt x="53876" y="35564"/>
                </a:lnTo>
                <a:lnTo>
                  <a:pt x="53922" y="36994"/>
                </a:lnTo>
                <a:lnTo>
                  <a:pt x="53830" y="38516"/>
                </a:lnTo>
                <a:lnTo>
                  <a:pt x="53738" y="40038"/>
                </a:lnTo>
                <a:lnTo>
                  <a:pt x="53507" y="41376"/>
                </a:lnTo>
                <a:lnTo>
                  <a:pt x="53230" y="42667"/>
                </a:lnTo>
                <a:lnTo>
                  <a:pt x="53046" y="43405"/>
                </a:lnTo>
                <a:lnTo>
                  <a:pt x="52861" y="44005"/>
                </a:lnTo>
                <a:lnTo>
                  <a:pt x="52677" y="44512"/>
                </a:lnTo>
                <a:lnTo>
                  <a:pt x="52400" y="45204"/>
                </a:lnTo>
                <a:lnTo>
                  <a:pt x="52123" y="45850"/>
                </a:lnTo>
                <a:lnTo>
                  <a:pt x="51847" y="46357"/>
                </a:lnTo>
                <a:lnTo>
                  <a:pt x="51570" y="46865"/>
                </a:lnTo>
                <a:lnTo>
                  <a:pt x="50924" y="48018"/>
                </a:lnTo>
                <a:lnTo>
                  <a:pt x="50647" y="48341"/>
                </a:lnTo>
                <a:lnTo>
                  <a:pt x="49817" y="49355"/>
                </a:lnTo>
                <a:lnTo>
                  <a:pt x="48802" y="50416"/>
                </a:lnTo>
                <a:lnTo>
                  <a:pt x="47741" y="51523"/>
                </a:lnTo>
                <a:lnTo>
                  <a:pt x="46634" y="52630"/>
                </a:lnTo>
                <a:lnTo>
                  <a:pt x="42898" y="56090"/>
                </a:lnTo>
                <a:lnTo>
                  <a:pt x="40269" y="58442"/>
                </a:lnTo>
                <a:lnTo>
                  <a:pt x="34780" y="63285"/>
                </a:lnTo>
                <a:lnTo>
                  <a:pt x="31966" y="65822"/>
                </a:lnTo>
                <a:lnTo>
                  <a:pt x="29245" y="68359"/>
                </a:lnTo>
                <a:lnTo>
                  <a:pt x="26570" y="70896"/>
                </a:lnTo>
                <a:lnTo>
                  <a:pt x="25278" y="72188"/>
                </a:lnTo>
                <a:lnTo>
                  <a:pt x="23986" y="73618"/>
                </a:lnTo>
                <a:lnTo>
                  <a:pt x="22741" y="74955"/>
                </a:lnTo>
                <a:lnTo>
                  <a:pt x="20527" y="77677"/>
                </a:lnTo>
                <a:lnTo>
                  <a:pt x="19374" y="79245"/>
                </a:lnTo>
                <a:lnTo>
                  <a:pt x="18451" y="80629"/>
                </a:lnTo>
                <a:lnTo>
                  <a:pt x="17483" y="82151"/>
                </a:lnTo>
                <a:lnTo>
                  <a:pt x="16652" y="83673"/>
                </a:lnTo>
                <a:lnTo>
                  <a:pt x="15822" y="85334"/>
                </a:lnTo>
                <a:lnTo>
                  <a:pt x="15223" y="86902"/>
                </a:lnTo>
                <a:lnTo>
                  <a:pt x="14669" y="88516"/>
                </a:lnTo>
                <a:lnTo>
                  <a:pt x="14208" y="90131"/>
                </a:lnTo>
                <a:lnTo>
                  <a:pt x="13977" y="91238"/>
                </a:lnTo>
                <a:lnTo>
                  <a:pt x="13285" y="96496"/>
                </a:lnTo>
                <a:lnTo>
                  <a:pt x="22049" y="97649"/>
                </a:lnTo>
                <a:lnTo>
                  <a:pt x="22741" y="92714"/>
                </a:lnTo>
                <a:lnTo>
                  <a:pt x="22833" y="92299"/>
                </a:lnTo>
                <a:lnTo>
                  <a:pt x="23110" y="91192"/>
                </a:lnTo>
                <a:lnTo>
                  <a:pt x="23479" y="90039"/>
                </a:lnTo>
                <a:lnTo>
                  <a:pt x="23940" y="88931"/>
                </a:lnTo>
                <a:lnTo>
                  <a:pt x="24448" y="87824"/>
                </a:lnTo>
                <a:lnTo>
                  <a:pt x="25093" y="86717"/>
                </a:lnTo>
                <a:lnTo>
                  <a:pt x="25831" y="85564"/>
                </a:lnTo>
                <a:lnTo>
                  <a:pt x="26616" y="84365"/>
                </a:lnTo>
                <a:lnTo>
                  <a:pt x="27446" y="83212"/>
                </a:lnTo>
                <a:lnTo>
                  <a:pt x="29429" y="80813"/>
                </a:lnTo>
                <a:lnTo>
                  <a:pt x="30490" y="79614"/>
                </a:lnTo>
                <a:lnTo>
                  <a:pt x="31597" y="78415"/>
                </a:lnTo>
                <a:lnTo>
                  <a:pt x="32750" y="77262"/>
                </a:lnTo>
                <a:lnTo>
                  <a:pt x="35287" y="74817"/>
                </a:lnTo>
                <a:lnTo>
                  <a:pt x="37916" y="72372"/>
                </a:lnTo>
                <a:lnTo>
                  <a:pt x="40638" y="69928"/>
                </a:lnTo>
                <a:lnTo>
                  <a:pt x="46127" y="65084"/>
                </a:lnTo>
                <a:lnTo>
                  <a:pt x="48848" y="62686"/>
                </a:lnTo>
                <a:lnTo>
                  <a:pt x="52723" y="59088"/>
                </a:lnTo>
                <a:lnTo>
                  <a:pt x="54061" y="57750"/>
                </a:lnTo>
                <a:lnTo>
                  <a:pt x="55214" y="56551"/>
                </a:lnTo>
                <a:lnTo>
                  <a:pt x="56413" y="55260"/>
                </a:lnTo>
                <a:lnTo>
                  <a:pt x="57658" y="53784"/>
                </a:lnTo>
                <a:lnTo>
                  <a:pt x="58304" y="52861"/>
                </a:lnTo>
                <a:lnTo>
                  <a:pt x="59227" y="51339"/>
                </a:lnTo>
                <a:lnTo>
                  <a:pt x="59734" y="50416"/>
                </a:lnTo>
                <a:lnTo>
                  <a:pt x="60149" y="49540"/>
                </a:lnTo>
                <a:lnTo>
                  <a:pt x="60518" y="48710"/>
                </a:lnTo>
                <a:lnTo>
                  <a:pt x="60887" y="47833"/>
                </a:lnTo>
                <a:lnTo>
                  <a:pt x="61256" y="46819"/>
                </a:lnTo>
                <a:lnTo>
                  <a:pt x="61533" y="45850"/>
                </a:lnTo>
                <a:lnTo>
                  <a:pt x="61764" y="44973"/>
                </a:lnTo>
                <a:lnTo>
                  <a:pt x="61994" y="44005"/>
                </a:lnTo>
                <a:lnTo>
                  <a:pt x="62271" y="42944"/>
                </a:lnTo>
                <a:lnTo>
                  <a:pt x="62502" y="41099"/>
                </a:lnTo>
                <a:lnTo>
                  <a:pt x="62686" y="39162"/>
                </a:lnTo>
                <a:lnTo>
                  <a:pt x="62778" y="37086"/>
                </a:lnTo>
                <a:lnTo>
                  <a:pt x="62732" y="35010"/>
                </a:lnTo>
                <a:lnTo>
                  <a:pt x="62548" y="33027"/>
                </a:lnTo>
                <a:lnTo>
                  <a:pt x="62271" y="31136"/>
                </a:lnTo>
                <a:lnTo>
                  <a:pt x="61902" y="29152"/>
                </a:lnTo>
                <a:lnTo>
                  <a:pt x="61487" y="27169"/>
                </a:lnTo>
                <a:lnTo>
                  <a:pt x="60841" y="25001"/>
                </a:lnTo>
                <a:lnTo>
                  <a:pt x="60149" y="23110"/>
                </a:lnTo>
                <a:lnTo>
                  <a:pt x="59411" y="21265"/>
                </a:lnTo>
                <a:lnTo>
                  <a:pt x="58535" y="19374"/>
                </a:lnTo>
                <a:lnTo>
                  <a:pt x="57566" y="17529"/>
                </a:lnTo>
                <a:lnTo>
                  <a:pt x="56413" y="15591"/>
                </a:lnTo>
                <a:lnTo>
                  <a:pt x="55260" y="13931"/>
                </a:lnTo>
                <a:lnTo>
                  <a:pt x="53968" y="12224"/>
                </a:lnTo>
                <a:lnTo>
                  <a:pt x="53276" y="11394"/>
                </a:lnTo>
                <a:lnTo>
                  <a:pt x="51847" y="9918"/>
                </a:lnTo>
                <a:lnTo>
                  <a:pt x="51108" y="9134"/>
                </a:lnTo>
                <a:lnTo>
                  <a:pt x="50324" y="8396"/>
                </a:lnTo>
                <a:lnTo>
                  <a:pt x="49494" y="7704"/>
                </a:lnTo>
                <a:lnTo>
                  <a:pt x="47787" y="6274"/>
                </a:lnTo>
                <a:lnTo>
                  <a:pt x="45066" y="4567"/>
                </a:lnTo>
                <a:lnTo>
                  <a:pt x="44143" y="4014"/>
                </a:lnTo>
                <a:lnTo>
                  <a:pt x="42160" y="3045"/>
                </a:lnTo>
                <a:lnTo>
                  <a:pt x="41145" y="2630"/>
                </a:lnTo>
                <a:lnTo>
                  <a:pt x="40084" y="2215"/>
                </a:lnTo>
                <a:lnTo>
                  <a:pt x="39116" y="1892"/>
                </a:lnTo>
                <a:lnTo>
                  <a:pt x="38009" y="1523"/>
                </a:lnTo>
                <a:lnTo>
                  <a:pt x="35933" y="1016"/>
                </a:lnTo>
                <a:lnTo>
                  <a:pt x="33950" y="600"/>
                </a:lnTo>
                <a:lnTo>
                  <a:pt x="31920" y="277"/>
                </a:lnTo>
                <a:lnTo>
                  <a:pt x="30075" y="139"/>
                </a:lnTo>
                <a:lnTo>
                  <a:pt x="2832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7268074" y="3617875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4278725" y="1919450"/>
            <a:ext cx="40974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4278725" y="787150"/>
            <a:ext cx="373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-1393887" y="3569938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2" type="title"/>
          </p:nvPr>
        </p:nvSpPr>
        <p:spPr>
          <a:xfrm>
            <a:off x="2026913" y="3220625"/>
            <a:ext cx="23601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2" name="Google Shape;152;p17"/>
          <p:cNvSpPr txBox="1"/>
          <p:nvPr>
            <p:ph idx="3" type="title"/>
          </p:nvPr>
        </p:nvSpPr>
        <p:spPr>
          <a:xfrm>
            <a:off x="4756675" y="3220625"/>
            <a:ext cx="23604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1" type="subTitle"/>
          </p:nvPr>
        </p:nvSpPr>
        <p:spPr>
          <a:xfrm>
            <a:off x="4756680" y="3632050"/>
            <a:ext cx="23604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4" name="Google Shape;154;p17"/>
          <p:cNvSpPr txBox="1"/>
          <p:nvPr>
            <p:ph idx="4" type="subTitle"/>
          </p:nvPr>
        </p:nvSpPr>
        <p:spPr>
          <a:xfrm>
            <a:off x="2027071" y="3632050"/>
            <a:ext cx="23601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5" name="Google Shape;155;p17"/>
          <p:cNvSpPr/>
          <p:nvPr/>
        </p:nvSpPr>
        <p:spPr>
          <a:xfrm>
            <a:off x="7117073" y="384947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 flipH="1">
            <a:off x="8177980" y="525670"/>
            <a:ext cx="492036" cy="492056"/>
            <a:chOff x="238125" y="1209825"/>
            <a:chExt cx="621650" cy="621675"/>
          </a:xfrm>
        </p:grpSpPr>
        <p:sp>
          <p:nvSpPr>
            <p:cNvPr id="157" name="Google Shape;157;p1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" name="Google Shape;165;p17"/>
          <p:cNvGrpSpPr/>
          <p:nvPr/>
        </p:nvGrpSpPr>
        <p:grpSpPr>
          <a:xfrm flipH="1">
            <a:off x="395455" y="4310770"/>
            <a:ext cx="492036" cy="492056"/>
            <a:chOff x="238125" y="1209825"/>
            <a:chExt cx="621650" cy="621675"/>
          </a:xfrm>
        </p:grpSpPr>
        <p:sp>
          <p:nvSpPr>
            <p:cNvPr id="166" name="Google Shape;166;p1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17"/>
          <p:cNvSpPr/>
          <p:nvPr/>
        </p:nvSpPr>
        <p:spPr>
          <a:xfrm rot="10800000">
            <a:off x="-2295773" y="-2894050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939650" y="445025"/>
            <a:ext cx="726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77" name="Google Shape;177;p18"/>
          <p:cNvSpPr txBox="1"/>
          <p:nvPr>
            <p:ph idx="2" type="title"/>
          </p:nvPr>
        </p:nvSpPr>
        <p:spPr>
          <a:xfrm>
            <a:off x="937700" y="321727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937700" y="3611452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3" type="title"/>
          </p:nvPr>
        </p:nvSpPr>
        <p:spPr>
          <a:xfrm>
            <a:off x="3484423" y="321727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0" name="Google Shape;180;p18"/>
          <p:cNvSpPr txBox="1"/>
          <p:nvPr>
            <p:ph idx="4" type="subTitle"/>
          </p:nvPr>
        </p:nvSpPr>
        <p:spPr>
          <a:xfrm>
            <a:off x="3484421" y="3611452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8"/>
          <p:cNvSpPr txBox="1"/>
          <p:nvPr>
            <p:ph idx="5" type="title"/>
          </p:nvPr>
        </p:nvSpPr>
        <p:spPr>
          <a:xfrm>
            <a:off x="6031146" y="321727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2" name="Google Shape;182;p18"/>
          <p:cNvSpPr txBox="1"/>
          <p:nvPr>
            <p:ph idx="6" type="subTitle"/>
          </p:nvPr>
        </p:nvSpPr>
        <p:spPr>
          <a:xfrm>
            <a:off x="6031149" y="3611452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8"/>
          <p:cNvSpPr/>
          <p:nvPr/>
        </p:nvSpPr>
        <p:spPr>
          <a:xfrm rot="10800000">
            <a:off x="-2482748" y="-277642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892523" y="35134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1160775" y="445025"/>
            <a:ext cx="682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2" type="title"/>
          </p:nvPr>
        </p:nvSpPr>
        <p:spPr>
          <a:xfrm>
            <a:off x="2424850" y="16182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2424850" y="2052375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3" type="title"/>
          </p:nvPr>
        </p:nvSpPr>
        <p:spPr>
          <a:xfrm>
            <a:off x="4740958" y="16182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0" name="Google Shape;190;p19"/>
          <p:cNvSpPr txBox="1"/>
          <p:nvPr>
            <p:ph idx="4" type="subTitle"/>
          </p:nvPr>
        </p:nvSpPr>
        <p:spPr>
          <a:xfrm>
            <a:off x="4740954" y="2052375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9"/>
          <p:cNvSpPr txBox="1"/>
          <p:nvPr>
            <p:ph idx="5" type="title"/>
          </p:nvPr>
        </p:nvSpPr>
        <p:spPr>
          <a:xfrm>
            <a:off x="2424850" y="32040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2" name="Google Shape;192;p19"/>
          <p:cNvSpPr txBox="1"/>
          <p:nvPr>
            <p:ph idx="6" type="subTitle"/>
          </p:nvPr>
        </p:nvSpPr>
        <p:spPr>
          <a:xfrm>
            <a:off x="2424850" y="3638175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7" type="title"/>
          </p:nvPr>
        </p:nvSpPr>
        <p:spPr>
          <a:xfrm>
            <a:off x="4740958" y="32040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4" name="Google Shape;194;p19"/>
          <p:cNvSpPr txBox="1"/>
          <p:nvPr>
            <p:ph idx="8" type="subTitle"/>
          </p:nvPr>
        </p:nvSpPr>
        <p:spPr>
          <a:xfrm>
            <a:off x="4740954" y="3638175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/>
          <p:nvPr/>
        </p:nvSpPr>
        <p:spPr>
          <a:xfrm flipH="1">
            <a:off x="-2482748" y="33977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 flipH="1" rot="10800000">
            <a:off x="7425573" y="-296532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2" type="title"/>
          </p:nvPr>
        </p:nvSpPr>
        <p:spPr>
          <a:xfrm>
            <a:off x="1101175" y="1987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0" name="Google Shape;200;p20"/>
          <p:cNvSpPr txBox="1"/>
          <p:nvPr>
            <p:ph idx="1" type="subTitle"/>
          </p:nvPr>
        </p:nvSpPr>
        <p:spPr>
          <a:xfrm>
            <a:off x="1101175" y="24217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0"/>
          <p:cNvSpPr txBox="1"/>
          <p:nvPr>
            <p:ph idx="3" type="title"/>
          </p:nvPr>
        </p:nvSpPr>
        <p:spPr>
          <a:xfrm>
            <a:off x="3578948" y="1987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3578948" y="24217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5" type="title"/>
          </p:nvPr>
        </p:nvSpPr>
        <p:spPr>
          <a:xfrm>
            <a:off x="1101175" y="3649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4" name="Google Shape;204;p20"/>
          <p:cNvSpPr txBox="1"/>
          <p:nvPr>
            <p:ph idx="6" type="subTitle"/>
          </p:nvPr>
        </p:nvSpPr>
        <p:spPr>
          <a:xfrm>
            <a:off x="1101175" y="40837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0"/>
          <p:cNvSpPr txBox="1"/>
          <p:nvPr>
            <p:ph idx="7" type="title"/>
          </p:nvPr>
        </p:nvSpPr>
        <p:spPr>
          <a:xfrm>
            <a:off x="3578948" y="3649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" name="Google Shape;206;p20"/>
          <p:cNvSpPr txBox="1"/>
          <p:nvPr>
            <p:ph idx="8" type="subTitle"/>
          </p:nvPr>
        </p:nvSpPr>
        <p:spPr>
          <a:xfrm>
            <a:off x="3578948" y="40837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9" type="title"/>
          </p:nvPr>
        </p:nvSpPr>
        <p:spPr>
          <a:xfrm>
            <a:off x="6056727" y="1987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8" name="Google Shape;208;p20"/>
          <p:cNvSpPr txBox="1"/>
          <p:nvPr>
            <p:ph idx="13" type="subTitle"/>
          </p:nvPr>
        </p:nvSpPr>
        <p:spPr>
          <a:xfrm>
            <a:off x="6056727" y="24217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4" type="title"/>
          </p:nvPr>
        </p:nvSpPr>
        <p:spPr>
          <a:xfrm>
            <a:off x="6056727" y="3649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0" name="Google Shape;210;p20"/>
          <p:cNvSpPr txBox="1"/>
          <p:nvPr>
            <p:ph idx="15" type="subTitle"/>
          </p:nvPr>
        </p:nvSpPr>
        <p:spPr>
          <a:xfrm>
            <a:off x="6056727" y="40837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0"/>
          <p:cNvSpPr/>
          <p:nvPr/>
        </p:nvSpPr>
        <p:spPr>
          <a:xfrm rot="10800000">
            <a:off x="-2482748" y="-277642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hasCustomPrompt="1" type="title"/>
          </p:nvPr>
        </p:nvSpPr>
        <p:spPr>
          <a:xfrm>
            <a:off x="2223600" y="670231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4" name="Google Shape;214;p21"/>
          <p:cNvSpPr txBox="1"/>
          <p:nvPr>
            <p:ph idx="1" type="subTitle"/>
          </p:nvPr>
        </p:nvSpPr>
        <p:spPr>
          <a:xfrm>
            <a:off x="2223600" y="1253631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5" name="Google Shape;215;p21"/>
          <p:cNvSpPr txBox="1"/>
          <p:nvPr>
            <p:ph hasCustomPrompt="1" idx="2" type="title"/>
          </p:nvPr>
        </p:nvSpPr>
        <p:spPr>
          <a:xfrm>
            <a:off x="2223600" y="1967938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6" name="Google Shape;216;p21"/>
          <p:cNvSpPr txBox="1"/>
          <p:nvPr>
            <p:ph idx="3" type="subTitle"/>
          </p:nvPr>
        </p:nvSpPr>
        <p:spPr>
          <a:xfrm>
            <a:off x="2223600" y="2564050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hasCustomPrompt="1" idx="4" type="title"/>
          </p:nvPr>
        </p:nvSpPr>
        <p:spPr>
          <a:xfrm>
            <a:off x="2223600" y="3265644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8" name="Google Shape;218;p21"/>
          <p:cNvSpPr txBox="1"/>
          <p:nvPr>
            <p:ph idx="5" type="subTitle"/>
          </p:nvPr>
        </p:nvSpPr>
        <p:spPr>
          <a:xfrm>
            <a:off x="2223600" y="3874469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9" name="Google Shape;219;p21"/>
          <p:cNvSpPr/>
          <p:nvPr/>
        </p:nvSpPr>
        <p:spPr>
          <a:xfrm flipH="1" rot="10800000">
            <a:off x="-1386950" y="-2176422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 flipH="1" rot="3009469">
            <a:off x="6254489" y="2582668"/>
            <a:ext cx="4621887" cy="7189143"/>
          </a:xfrm>
          <a:custGeom>
            <a:rect b="b" l="l" r="r" t="t"/>
            <a:pathLst>
              <a:path extrusionOk="0" h="97650" w="62779">
                <a:moveTo>
                  <a:pt x="26523" y="1"/>
                </a:moveTo>
                <a:lnTo>
                  <a:pt x="24724" y="93"/>
                </a:lnTo>
                <a:lnTo>
                  <a:pt x="23156" y="277"/>
                </a:lnTo>
                <a:lnTo>
                  <a:pt x="21403" y="462"/>
                </a:lnTo>
                <a:lnTo>
                  <a:pt x="19927" y="785"/>
                </a:lnTo>
                <a:lnTo>
                  <a:pt x="17021" y="1523"/>
                </a:lnTo>
                <a:lnTo>
                  <a:pt x="15638" y="2030"/>
                </a:lnTo>
                <a:lnTo>
                  <a:pt x="14300" y="2538"/>
                </a:lnTo>
                <a:lnTo>
                  <a:pt x="12132" y="3599"/>
                </a:lnTo>
                <a:lnTo>
                  <a:pt x="10979" y="4198"/>
                </a:lnTo>
                <a:lnTo>
                  <a:pt x="10010" y="4752"/>
                </a:lnTo>
                <a:lnTo>
                  <a:pt x="9088" y="5305"/>
                </a:lnTo>
                <a:lnTo>
                  <a:pt x="8165" y="5951"/>
                </a:lnTo>
                <a:lnTo>
                  <a:pt x="6643" y="7104"/>
                </a:lnTo>
                <a:lnTo>
                  <a:pt x="5398" y="8119"/>
                </a:lnTo>
                <a:lnTo>
                  <a:pt x="4245" y="9226"/>
                </a:lnTo>
                <a:lnTo>
                  <a:pt x="1" y="13792"/>
                </a:lnTo>
                <a:lnTo>
                  <a:pt x="6551" y="19789"/>
                </a:lnTo>
                <a:lnTo>
                  <a:pt x="9549" y="16514"/>
                </a:lnTo>
                <a:lnTo>
                  <a:pt x="10518" y="15453"/>
                </a:lnTo>
                <a:lnTo>
                  <a:pt x="11163" y="14853"/>
                </a:lnTo>
                <a:lnTo>
                  <a:pt x="12086" y="14069"/>
                </a:lnTo>
                <a:lnTo>
                  <a:pt x="13239" y="13193"/>
                </a:lnTo>
                <a:lnTo>
                  <a:pt x="13793" y="12824"/>
                </a:lnTo>
                <a:lnTo>
                  <a:pt x="14485" y="12409"/>
                </a:lnTo>
                <a:lnTo>
                  <a:pt x="15269" y="11947"/>
                </a:lnTo>
                <a:lnTo>
                  <a:pt x="16053" y="11532"/>
                </a:lnTo>
                <a:lnTo>
                  <a:pt x="17806" y="10702"/>
                </a:lnTo>
                <a:lnTo>
                  <a:pt x="18682" y="10333"/>
                </a:lnTo>
                <a:lnTo>
                  <a:pt x="19604" y="10010"/>
                </a:lnTo>
                <a:lnTo>
                  <a:pt x="21819" y="9457"/>
                </a:lnTo>
                <a:lnTo>
                  <a:pt x="22879" y="9226"/>
                </a:lnTo>
                <a:lnTo>
                  <a:pt x="24079" y="9088"/>
                </a:lnTo>
                <a:lnTo>
                  <a:pt x="25370" y="8949"/>
                </a:lnTo>
                <a:lnTo>
                  <a:pt x="26662" y="8857"/>
                </a:lnTo>
                <a:lnTo>
                  <a:pt x="27953" y="8857"/>
                </a:lnTo>
                <a:lnTo>
                  <a:pt x="29383" y="8949"/>
                </a:lnTo>
                <a:lnTo>
                  <a:pt x="30813" y="9088"/>
                </a:lnTo>
                <a:lnTo>
                  <a:pt x="32289" y="9318"/>
                </a:lnTo>
                <a:lnTo>
                  <a:pt x="33904" y="9641"/>
                </a:lnTo>
                <a:lnTo>
                  <a:pt x="35564" y="10056"/>
                </a:lnTo>
                <a:lnTo>
                  <a:pt x="36256" y="10287"/>
                </a:lnTo>
                <a:lnTo>
                  <a:pt x="37086" y="10564"/>
                </a:lnTo>
                <a:lnTo>
                  <a:pt x="37824" y="10840"/>
                </a:lnTo>
                <a:lnTo>
                  <a:pt x="38470" y="11071"/>
                </a:lnTo>
                <a:lnTo>
                  <a:pt x="39900" y="11809"/>
                </a:lnTo>
                <a:lnTo>
                  <a:pt x="40546" y="12178"/>
                </a:lnTo>
                <a:lnTo>
                  <a:pt x="42529" y="13470"/>
                </a:lnTo>
                <a:lnTo>
                  <a:pt x="43774" y="14438"/>
                </a:lnTo>
                <a:lnTo>
                  <a:pt x="44328" y="14946"/>
                </a:lnTo>
                <a:lnTo>
                  <a:pt x="44881" y="15453"/>
                </a:lnTo>
                <a:lnTo>
                  <a:pt x="45435" y="16006"/>
                </a:lnTo>
                <a:lnTo>
                  <a:pt x="46634" y="17252"/>
                </a:lnTo>
                <a:lnTo>
                  <a:pt x="47049" y="17805"/>
                </a:lnTo>
                <a:lnTo>
                  <a:pt x="48018" y="19051"/>
                </a:lnTo>
                <a:lnTo>
                  <a:pt x="48941" y="20388"/>
                </a:lnTo>
                <a:lnTo>
                  <a:pt x="49771" y="21772"/>
                </a:lnTo>
                <a:lnTo>
                  <a:pt x="50555" y="23248"/>
                </a:lnTo>
                <a:lnTo>
                  <a:pt x="51247" y="24724"/>
                </a:lnTo>
                <a:lnTo>
                  <a:pt x="51847" y="26246"/>
                </a:lnTo>
                <a:lnTo>
                  <a:pt x="52446" y="27769"/>
                </a:lnTo>
                <a:lnTo>
                  <a:pt x="52861" y="29245"/>
                </a:lnTo>
                <a:lnTo>
                  <a:pt x="53230" y="30859"/>
                </a:lnTo>
                <a:lnTo>
                  <a:pt x="53507" y="32381"/>
                </a:lnTo>
                <a:lnTo>
                  <a:pt x="53738" y="33996"/>
                </a:lnTo>
                <a:lnTo>
                  <a:pt x="53876" y="35564"/>
                </a:lnTo>
                <a:lnTo>
                  <a:pt x="53922" y="36994"/>
                </a:lnTo>
                <a:lnTo>
                  <a:pt x="53830" y="38516"/>
                </a:lnTo>
                <a:lnTo>
                  <a:pt x="53738" y="40038"/>
                </a:lnTo>
                <a:lnTo>
                  <a:pt x="53507" y="41376"/>
                </a:lnTo>
                <a:lnTo>
                  <a:pt x="53230" y="42667"/>
                </a:lnTo>
                <a:lnTo>
                  <a:pt x="53046" y="43405"/>
                </a:lnTo>
                <a:lnTo>
                  <a:pt x="52861" y="44005"/>
                </a:lnTo>
                <a:lnTo>
                  <a:pt x="52677" y="44512"/>
                </a:lnTo>
                <a:lnTo>
                  <a:pt x="52400" y="45204"/>
                </a:lnTo>
                <a:lnTo>
                  <a:pt x="52123" y="45850"/>
                </a:lnTo>
                <a:lnTo>
                  <a:pt x="51847" y="46357"/>
                </a:lnTo>
                <a:lnTo>
                  <a:pt x="51570" y="46865"/>
                </a:lnTo>
                <a:lnTo>
                  <a:pt x="50924" y="48018"/>
                </a:lnTo>
                <a:lnTo>
                  <a:pt x="50647" y="48341"/>
                </a:lnTo>
                <a:lnTo>
                  <a:pt x="49817" y="49355"/>
                </a:lnTo>
                <a:lnTo>
                  <a:pt x="48802" y="50416"/>
                </a:lnTo>
                <a:lnTo>
                  <a:pt x="47741" y="51523"/>
                </a:lnTo>
                <a:lnTo>
                  <a:pt x="46634" y="52630"/>
                </a:lnTo>
                <a:lnTo>
                  <a:pt x="42898" y="56090"/>
                </a:lnTo>
                <a:lnTo>
                  <a:pt x="40269" y="58442"/>
                </a:lnTo>
                <a:lnTo>
                  <a:pt x="34780" y="63285"/>
                </a:lnTo>
                <a:lnTo>
                  <a:pt x="31966" y="65822"/>
                </a:lnTo>
                <a:lnTo>
                  <a:pt x="29245" y="68359"/>
                </a:lnTo>
                <a:lnTo>
                  <a:pt x="26570" y="70896"/>
                </a:lnTo>
                <a:lnTo>
                  <a:pt x="25278" y="72188"/>
                </a:lnTo>
                <a:lnTo>
                  <a:pt x="23986" y="73618"/>
                </a:lnTo>
                <a:lnTo>
                  <a:pt x="22741" y="74955"/>
                </a:lnTo>
                <a:lnTo>
                  <a:pt x="20527" y="77677"/>
                </a:lnTo>
                <a:lnTo>
                  <a:pt x="19374" y="79245"/>
                </a:lnTo>
                <a:lnTo>
                  <a:pt x="18451" y="80629"/>
                </a:lnTo>
                <a:lnTo>
                  <a:pt x="17483" y="82151"/>
                </a:lnTo>
                <a:lnTo>
                  <a:pt x="16652" y="83673"/>
                </a:lnTo>
                <a:lnTo>
                  <a:pt x="15822" y="85334"/>
                </a:lnTo>
                <a:lnTo>
                  <a:pt x="15223" y="86902"/>
                </a:lnTo>
                <a:lnTo>
                  <a:pt x="14669" y="88516"/>
                </a:lnTo>
                <a:lnTo>
                  <a:pt x="14208" y="90131"/>
                </a:lnTo>
                <a:lnTo>
                  <a:pt x="13977" y="91238"/>
                </a:lnTo>
                <a:lnTo>
                  <a:pt x="13285" y="96496"/>
                </a:lnTo>
                <a:lnTo>
                  <a:pt x="22049" y="97649"/>
                </a:lnTo>
                <a:lnTo>
                  <a:pt x="22741" y="92714"/>
                </a:lnTo>
                <a:lnTo>
                  <a:pt x="22833" y="92299"/>
                </a:lnTo>
                <a:lnTo>
                  <a:pt x="23110" y="91192"/>
                </a:lnTo>
                <a:lnTo>
                  <a:pt x="23479" y="90039"/>
                </a:lnTo>
                <a:lnTo>
                  <a:pt x="23940" y="88931"/>
                </a:lnTo>
                <a:lnTo>
                  <a:pt x="24448" y="87824"/>
                </a:lnTo>
                <a:lnTo>
                  <a:pt x="25093" y="86717"/>
                </a:lnTo>
                <a:lnTo>
                  <a:pt x="25831" y="85564"/>
                </a:lnTo>
                <a:lnTo>
                  <a:pt x="26616" y="84365"/>
                </a:lnTo>
                <a:lnTo>
                  <a:pt x="27446" y="83212"/>
                </a:lnTo>
                <a:lnTo>
                  <a:pt x="29429" y="80813"/>
                </a:lnTo>
                <a:lnTo>
                  <a:pt x="30490" y="79614"/>
                </a:lnTo>
                <a:lnTo>
                  <a:pt x="31597" y="78415"/>
                </a:lnTo>
                <a:lnTo>
                  <a:pt x="32750" y="77262"/>
                </a:lnTo>
                <a:lnTo>
                  <a:pt x="35287" y="74817"/>
                </a:lnTo>
                <a:lnTo>
                  <a:pt x="37916" y="72372"/>
                </a:lnTo>
                <a:lnTo>
                  <a:pt x="40638" y="69928"/>
                </a:lnTo>
                <a:lnTo>
                  <a:pt x="46127" y="65084"/>
                </a:lnTo>
                <a:lnTo>
                  <a:pt x="48848" y="62686"/>
                </a:lnTo>
                <a:lnTo>
                  <a:pt x="52723" y="59088"/>
                </a:lnTo>
                <a:lnTo>
                  <a:pt x="54061" y="57750"/>
                </a:lnTo>
                <a:lnTo>
                  <a:pt x="55214" y="56551"/>
                </a:lnTo>
                <a:lnTo>
                  <a:pt x="56413" y="55260"/>
                </a:lnTo>
                <a:lnTo>
                  <a:pt x="57658" y="53784"/>
                </a:lnTo>
                <a:lnTo>
                  <a:pt x="58304" y="52861"/>
                </a:lnTo>
                <a:lnTo>
                  <a:pt x="59227" y="51339"/>
                </a:lnTo>
                <a:lnTo>
                  <a:pt x="59734" y="50416"/>
                </a:lnTo>
                <a:lnTo>
                  <a:pt x="60149" y="49540"/>
                </a:lnTo>
                <a:lnTo>
                  <a:pt x="60518" y="48710"/>
                </a:lnTo>
                <a:lnTo>
                  <a:pt x="60887" y="47833"/>
                </a:lnTo>
                <a:lnTo>
                  <a:pt x="61256" y="46819"/>
                </a:lnTo>
                <a:lnTo>
                  <a:pt x="61533" y="45850"/>
                </a:lnTo>
                <a:lnTo>
                  <a:pt x="61764" y="44973"/>
                </a:lnTo>
                <a:lnTo>
                  <a:pt x="61994" y="44005"/>
                </a:lnTo>
                <a:lnTo>
                  <a:pt x="62271" y="42944"/>
                </a:lnTo>
                <a:lnTo>
                  <a:pt x="62502" y="41099"/>
                </a:lnTo>
                <a:lnTo>
                  <a:pt x="62686" y="39162"/>
                </a:lnTo>
                <a:lnTo>
                  <a:pt x="62778" y="37086"/>
                </a:lnTo>
                <a:lnTo>
                  <a:pt x="62732" y="35010"/>
                </a:lnTo>
                <a:lnTo>
                  <a:pt x="62548" y="33027"/>
                </a:lnTo>
                <a:lnTo>
                  <a:pt x="62271" y="31136"/>
                </a:lnTo>
                <a:lnTo>
                  <a:pt x="61902" y="29152"/>
                </a:lnTo>
                <a:lnTo>
                  <a:pt x="61487" y="27169"/>
                </a:lnTo>
                <a:lnTo>
                  <a:pt x="60841" y="25001"/>
                </a:lnTo>
                <a:lnTo>
                  <a:pt x="60149" y="23110"/>
                </a:lnTo>
                <a:lnTo>
                  <a:pt x="59411" y="21265"/>
                </a:lnTo>
                <a:lnTo>
                  <a:pt x="58535" y="19374"/>
                </a:lnTo>
                <a:lnTo>
                  <a:pt x="57566" y="17529"/>
                </a:lnTo>
                <a:lnTo>
                  <a:pt x="56413" y="15591"/>
                </a:lnTo>
                <a:lnTo>
                  <a:pt x="55260" y="13931"/>
                </a:lnTo>
                <a:lnTo>
                  <a:pt x="53968" y="12224"/>
                </a:lnTo>
                <a:lnTo>
                  <a:pt x="53276" y="11394"/>
                </a:lnTo>
                <a:lnTo>
                  <a:pt x="51847" y="9918"/>
                </a:lnTo>
                <a:lnTo>
                  <a:pt x="51108" y="9134"/>
                </a:lnTo>
                <a:lnTo>
                  <a:pt x="50324" y="8396"/>
                </a:lnTo>
                <a:lnTo>
                  <a:pt x="49494" y="7704"/>
                </a:lnTo>
                <a:lnTo>
                  <a:pt x="47787" y="6274"/>
                </a:lnTo>
                <a:lnTo>
                  <a:pt x="45066" y="4567"/>
                </a:lnTo>
                <a:lnTo>
                  <a:pt x="44143" y="4014"/>
                </a:lnTo>
                <a:lnTo>
                  <a:pt x="42160" y="3045"/>
                </a:lnTo>
                <a:lnTo>
                  <a:pt x="41145" y="2630"/>
                </a:lnTo>
                <a:lnTo>
                  <a:pt x="40084" y="2215"/>
                </a:lnTo>
                <a:lnTo>
                  <a:pt x="39116" y="1892"/>
                </a:lnTo>
                <a:lnTo>
                  <a:pt x="38009" y="1523"/>
                </a:lnTo>
                <a:lnTo>
                  <a:pt x="35933" y="1016"/>
                </a:lnTo>
                <a:lnTo>
                  <a:pt x="33950" y="600"/>
                </a:lnTo>
                <a:lnTo>
                  <a:pt x="31920" y="277"/>
                </a:lnTo>
                <a:lnTo>
                  <a:pt x="30075" y="139"/>
                </a:lnTo>
                <a:lnTo>
                  <a:pt x="2832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 rot="-5400000">
            <a:off x="-1370000" y="302772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222" name="Google Shape;222;p21"/>
          <p:cNvSpPr/>
          <p:nvPr/>
        </p:nvSpPr>
        <p:spPr>
          <a:xfrm rot="5400000">
            <a:off x="7376150" y="1086425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"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872400" y="1790200"/>
            <a:ext cx="2903700" cy="1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25" name="Google Shape;225;p22"/>
          <p:cNvSpPr txBox="1"/>
          <p:nvPr>
            <p:ph idx="1" type="subTitle"/>
          </p:nvPr>
        </p:nvSpPr>
        <p:spPr>
          <a:xfrm>
            <a:off x="872400" y="3024625"/>
            <a:ext cx="3187800" cy="8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2"/>
          <p:cNvSpPr/>
          <p:nvPr/>
        </p:nvSpPr>
        <p:spPr>
          <a:xfrm>
            <a:off x="5799173" y="31036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 rot="10800000">
            <a:off x="254252" y="-3031150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211690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3888975" y="220643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31" name="Google Shape;231;p23"/>
          <p:cNvSpPr txBox="1"/>
          <p:nvPr>
            <p:ph idx="1" type="subTitle"/>
          </p:nvPr>
        </p:nvSpPr>
        <p:spPr>
          <a:xfrm>
            <a:off x="5017275" y="2922725"/>
            <a:ext cx="31665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3"/>
          <p:cNvSpPr/>
          <p:nvPr/>
        </p:nvSpPr>
        <p:spPr>
          <a:xfrm flipH="1">
            <a:off x="-1081486" y="31036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 flipH="1" rot="10800000">
            <a:off x="5902786" y="-283127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833675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872400" y="2208864"/>
            <a:ext cx="4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872400" y="3027400"/>
            <a:ext cx="3145500" cy="8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4"/>
          <p:cNvSpPr/>
          <p:nvPr/>
        </p:nvSpPr>
        <p:spPr>
          <a:xfrm>
            <a:off x="5799173" y="31036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 rot="10800000">
            <a:off x="-1231298" y="-283127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8101725" y="3902325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243245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44" name="Google Shape;244;p25"/>
          <p:cNvSpPr/>
          <p:nvPr/>
        </p:nvSpPr>
        <p:spPr>
          <a:xfrm>
            <a:off x="7250698" y="393472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 flipH="1">
            <a:off x="8196442" y="525670"/>
            <a:ext cx="492036" cy="492056"/>
            <a:chOff x="238125" y="1209825"/>
            <a:chExt cx="621650" cy="621675"/>
          </a:xfrm>
        </p:grpSpPr>
        <p:sp>
          <p:nvSpPr>
            <p:cNvPr id="246" name="Google Shape;246;p25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5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5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" name="Google Shape;254;p25"/>
          <p:cNvGrpSpPr/>
          <p:nvPr/>
        </p:nvGrpSpPr>
        <p:grpSpPr>
          <a:xfrm flipH="1">
            <a:off x="331355" y="4322320"/>
            <a:ext cx="492036" cy="492056"/>
            <a:chOff x="238125" y="1209825"/>
            <a:chExt cx="621650" cy="621675"/>
          </a:xfrm>
        </p:grpSpPr>
        <p:sp>
          <p:nvSpPr>
            <p:cNvPr id="255" name="Google Shape;255;p25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5"/>
          <p:cNvSpPr/>
          <p:nvPr/>
        </p:nvSpPr>
        <p:spPr>
          <a:xfrm rot="10800000">
            <a:off x="-2620623" y="-3017200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137755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2"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67" name="Google Shape;267;p26"/>
          <p:cNvSpPr/>
          <p:nvPr/>
        </p:nvSpPr>
        <p:spPr>
          <a:xfrm rot="10800000">
            <a:off x="-2497473" y="-30472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6"/>
          <p:cNvGrpSpPr/>
          <p:nvPr/>
        </p:nvGrpSpPr>
        <p:grpSpPr>
          <a:xfrm flipH="1" rot="10800000">
            <a:off x="398097" y="4159674"/>
            <a:ext cx="492036" cy="492056"/>
            <a:chOff x="238125" y="1209825"/>
            <a:chExt cx="621650" cy="621675"/>
          </a:xfrm>
        </p:grpSpPr>
        <p:sp>
          <p:nvSpPr>
            <p:cNvPr id="269" name="Google Shape;269;p2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26"/>
          <p:cNvGrpSpPr/>
          <p:nvPr/>
        </p:nvGrpSpPr>
        <p:grpSpPr>
          <a:xfrm flipH="1" rot="10800000">
            <a:off x="8272660" y="378074"/>
            <a:ext cx="492036" cy="492056"/>
            <a:chOff x="238125" y="1209825"/>
            <a:chExt cx="621650" cy="621675"/>
          </a:xfrm>
        </p:grpSpPr>
        <p:sp>
          <p:nvSpPr>
            <p:cNvPr id="278" name="Google Shape;278;p2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26"/>
          <p:cNvSpPr/>
          <p:nvPr/>
        </p:nvSpPr>
        <p:spPr>
          <a:xfrm>
            <a:off x="7488698" y="3953550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3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89" name="Google Shape;289;p27"/>
          <p:cNvSpPr/>
          <p:nvPr/>
        </p:nvSpPr>
        <p:spPr>
          <a:xfrm flipH="1">
            <a:off x="-2535348" y="393472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" name="Google Shape;290;p27"/>
          <p:cNvGrpSpPr/>
          <p:nvPr/>
        </p:nvGrpSpPr>
        <p:grpSpPr>
          <a:xfrm>
            <a:off x="398097" y="919645"/>
            <a:ext cx="492036" cy="492056"/>
            <a:chOff x="238125" y="1209825"/>
            <a:chExt cx="621650" cy="621675"/>
          </a:xfrm>
        </p:grpSpPr>
        <p:sp>
          <p:nvSpPr>
            <p:cNvPr id="291" name="Google Shape;291;p2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p27"/>
          <p:cNvGrpSpPr/>
          <p:nvPr/>
        </p:nvGrpSpPr>
        <p:grpSpPr>
          <a:xfrm>
            <a:off x="8263185" y="571270"/>
            <a:ext cx="492036" cy="492056"/>
            <a:chOff x="238125" y="1209825"/>
            <a:chExt cx="621650" cy="621675"/>
          </a:xfrm>
        </p:grpSpPr>
        <p:sp>
          <p:nvSpPr>
            <p:cNvPr id="300" name="Google Shape;300;p2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4357400" y="1720278"/>
            <a:ext cx="3739200" cy="19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0" name="Google Shape;310;p28"/>
          <p:cNvSpPr txBox="1"/>
          <p:nvPr>
            <p:ph hasCustomPrompt="1" idx="2" type="title"/>
          </p:nvPr>
        </p:nvSpPr>
        <p:spPr>
          <a:xfrm>
            <a:off x="7039700" y="794322"/>
            <a:ext cx="10569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1" name="Google Shape;311;p28"/>
          <p:cNvSpPr txBox="1"/>
          <p:nvPr>
            <p:ph idx="1" type="subTitle"/>
          </p:nvPr>
        </p:nvSpPr>
        <p:spPr>
          <a:xfrm>
            <a:off x="5540000" y="3635778"/>
            <a:ext cx="2556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8"/>
          <p:cNvSpPr/>
          <p:nvPr/>
        </p:nvSpPr>
        <p:spPr>
          <a:xfrm flipH="1">
            <a:off x="-1640112" y="2149075"/>
            <a:ext cx="4916700" cy="49167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"/>
          <p:cNvSpPr/>
          <p:nvPr/>
        </p:nvSpPr>
        <p:spPr>
          <a:xfrm>
            <a:off x="5633079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314" name="Google Shape;314;p28"/>
          <p:cNvSpPr/>
          <p:nvPr/>
        </p:nvSpPr>
        <p:spPr>
          <a:xfrm rot="-5400000">
            <a:off x="-1429971" y="207887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ONE_COLUMN_TEXT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>
            <p:ph idx="1" type="body"/>
          </p:nvPr>
        </p:nvSpPr>
        <p:spPr>
          <a:xfrm>
            <a:off x="720000" y="1554668"/>
            <a:ext cx="4101000" cy="261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720000" y="779546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18" name="Google Shape;318;p29"/>
          <p:cNvSpPr/>
          <p:nvPr/>
        </p:nvSpPr>
        <p:spPr>
          <a:xfrm>
            <a:off x="6564950" y="3622550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 rot="7790531">
            <a:off x="4971239" y="-4959858"/>
            <a:ext cx="4621887" cy="7189143"/>
          </a:xfrm>
          <a:custGeom>
            <a:rect b="b" l="l" r="r" t="t"/>
            <a:pathLst>
              <a:path extrusionOk="0" h="97650" w="62779">
                <a:moveTo>
                  <a:pt x="26523" y="1"/>
                </a:moveTo>
                <a:lnTo>
                  <a:pt x="24724" y="93"/>
                </a:lnTo>
                <a:lnTo>
                  <a:pt x="23156" y="277"/>
                </a:lnTo>
                <a:lnTo>
                  <a:pt x="21403" y="462"/>
                </a:lnTo>
                <a:lnTo>
                  <a:pt x="19927" y="785"/>
                </a:lnTo>
                <a:lnTo>
                  <a:pt x="17021" y="1523"/>
                </a:lnTo>
                <a:lnTo>
                  <a:pt x="15638" y="2030"/>
                </a:lnTo>
                <a:lnTo>
                  <a:pt x="14300" y="2538"/>
                </a:lnTo>
                <a:lnTo>
                  <a:pt x="12132" y="3599"/>
                </a:lnTo>
                <a:lnTo>
                  <a:pt x="10979" y="4198"/>
                </a:lnTo>
                <a:lnTo>
                  <a:pt x="10010" y="4752"/>
                </a:lnTo>
                <a:lnTo>
                  <a:pt x="9088" y="5305"/>
                </a:lnTo>
                <a:lnTo>
                  <a:pt x="8165" y="5951"/>
                </a:lnTo>
                <a:lnTo>
                  <a:pt x="6643" y="7104"/>
                </a:lnTo>
                <a:lnTo>
                  <a:pt x="5398" y="8119"/>
                </a:lnTo>
                <a:lnTo>
                  <a:pt x="4245" y="9226"/>
                </a:lnTo>
                <a:lnTo>
                  <a:pt x="1" y="13792"/>
                </a:lnTo>
                <a:lnTo>
                  <a:pt x="6551" y="19789"/>
                </a:lnTo>
                <a:lnTo>
                  <a:pt x="9549" y="16514"/>
                </a:lnTo>
                <a:lnTo>
                  <a:pt x="10518" y="15453"/>
                </a:lnTo>
                <a:lnTo>
                  <a:pt x="11163" y="14853"/>
                </a:lnTo>
                <a:lnTo>
                  <a:pt x="12086" y="14069"/>
                </a:lnTo>
                <a:lnTo>
                  <a:pt x="13239" y="13193"/>
                </a:lnTo>
                <a:lnTo>
                  <a:pt x="13793" y="12824"/>
                </a:lnTo>
                <a:lnTo>
                  <a:pt x="14485" y="12409"/>
                </a:lnTo>
                <a:lnTo>
                  <a:pt x="15269" y="11947"/>
                </a:lnTo>
                <a:lnTo>
                  <a:pt x="16053" y="11532"/>
                </a:lnTo>
                <a:lnTo>
                  <a:pt x="17806" y="10702"/>
                </a:lnTo>
                <a:lnTo>
                  <a:pt x="18682" y="10333"/>
                </a:lnTo>
                <a:lnTo>
                  <a:pt x="19604" y="10010"/>
                </a:lnTo>
                <a:lnTo>
                  <a:pt x="21819" y="9457"/>
                </a:lnTo>
                <a:lnTo>
                  <a:pt x="22879" y="9226"/>
                </a:lnTo>
                <a:lnTo>
                  <a:pt x="24079" y="9088"/>
                </a:lnTo>
                <a:lnTo>
                  <a:pt x="25370" y="8949"/>
                </a:lnTo>
                <a:lnTo>
                  <a:pt x="26662" y="8857"/>
                </a:lnTo>
                <a:lnTo>
                  <a:pt x="27953" y="8857"/>
                </a:lnTo>
                <a:lnTo>
                  <a:pt x="29383" y="8949"/>
                </a:lnTo>
                <a:lnTo>
                  <a:pt x="30813" y="9088"/>
                </a:lnTo>
                <a:lnTo>
                  <a:pt x="32289" y="9318"/>
                </a:lnTo>
                <a:lnTo>
                  <a:pt x="33904" y="9641"/>
                </a:lnTo>
                <a:lnTo>
                  <a:pt x="35564" y="10056"/>
                </a:lnTo>
                <a:lnTo>
                  <a:pt x="36256" y="10287"/>
                </a:lnTo>
                <a:lnTo>
                  <a:pt x="37086" y="10564"/>
                </a:lnTo>
                <a:lnTo>
                  <a:pt x="37824" y="10840"/>
                </a:lnTo>
                <a:lnTo>
                  <a:pt x="38470" y="11071"/>
                </a:lnTo>
                <a:lnTo>
                  <a:pt x="39900" y="11809"/>
                </a:lnTo>
                <a:lnTo>
                  <a:pt x="40546" y="12178"/>
                </a:lnTo>
                <a:lnTo>
                  <a:pt x="42529" y="13470"/>
                </a:lnTo>
                <a:lnTo>
                  <a:pt x="43774" y="14438"/>
                </a:lnTo>
                <a:lnTo>
                  <a:pt x="44328" y="14946"/>
                </a:lnTo>
                <a:lnTo>
                  <a:pt x="44881" y="15453"/>
                </a:lnTo>
                <a:lnTo>
                  <a:pt x="45435" y="16006"/>
                </a:lnTo>
                <a:lnTo>
                  <a:pt x="46634" y="17252"/>
                </a:lnTo>
                <a:lnTo>
                  <a:pt x="47049" y="17805"/>
                </a:lnTo>
                <a:lnTo>
                  <a:pt x="48018" y="19051"/>
                </a:lnTo>
                <a:lnTo>
                  <a:pt x="48941" y="20388"/>
                </a:lnTo>
                <a:lnTo>
                  <a:pt x="49771" y="21772"/>
                </a:lnTo>
                <a:lnTo>
                  <a:pt x="50555" y="23248"/>
                </a:lnTo>
                <a:lnTo>
                  <a:pt x="51247" y="24724"/>
                </a:lnTo>
                <a:lnTo>
                  <a:pt x="51847" y="26246"/>
                </a:lnTo>
                <a:lnTo>
                  <a:pt x="52446" y="27769"/>
                </a:lnTo>
                <a:lnTo>
                  <a:pt x="52861" y="29245"/>
                </a:lnTo>
                <a:lnTo>
                  <a:pt x="53230" y="30859"/>
                </a:lnTo>
                <a:lnTo>
                  <a:pt x="53507" y="32381"/>
                </a:lnTo>
                <a:lnTo>
                  <a:pt x="53738" y="33996"/>
                </a:lnTo>
                <a:lnTo>
                  <a:pt x="53876" y="35564"/>
                </a:lnTo>
                <a:lnTo>
                  <a:pt x="53922" y="36994"/>
                </a:lnTo>
                <a:lnTo>
                  <a:pt x="53830" y="38516"/>
                </a:lnTo>
                <a:lnTo>
                  <a:pt x="53738" y="40038"/>
                </a:lnTo>
                <a:lnTo>
                  <a:pt x="53507" y="41376"/>
                </a:lnTo>
                <a:lnTo>
                  <a:pt x="53230" y="42667"/>
                </a:lnTo>
                <a:lnTo>
                  <a:pt x="53046" y="43405"/>
                </a:lnTo>
                <a:lnTo>
                  <a:pt x="52861" y="44005"/>
                </a:lnTo>
                <a:lnTo>
                  <a:pt x="52677" y="44512"/>
                </a:lnTo>
                <a:lnTo>
                  <a:pt x="52400" y="45204"/>
                </a:lnTo>
                <a:lnTo>
                  <a:pt x="52123" y="45850"/>
                </a:lnTo>
                <a:lnTo>
                  <a:pt x="51847" y="46357"/>
                </a:lnTo>
                <a:lnTo>
                  <a:pt x="51570" y="46865"/>
                </a:lnTo>
                <a:lnTo>
                  <a:pt x="50924" y="48018"/>
                </a:lnTo>
                <a:lnTo>
                  <a:pt x="50647" y="48341"/>
                </a:lnTo>
                <a:lnTo>
                  <a:pt x="49817" y="49355"/>
                </a:lnTo>
                <a:lnTo>
                  <a:pt x="48802" y="50416"/>
                </a:lnTo>
                <a:lnTo>
                  <a:pt x="47741" y="51523"/>
                </a:lnTo>
                <a:lnTo>
                  <a:pt x="46634" y="52630"/>
                </a:lnTo>
                <a:lnTo>
                  <a:pt x="42898" y="56090"/>
                </a:lnTo>
                <a:lnTo>
                  <a:pt x="40269" y="58442"/>
                </a:lnTo>
                <a:lnTo>
                  <a:pt x="34780" y="63285"/>
                </a:lnTo>
                <a:lnTo>
                  <a:pt x="31966" y="65822"/>
                </a:lnTo>
                <a:lnTo>
                  <a:pt x="29245" y="68359"/>
                </a:lnTo>
                <a:lnTo>
                  <a:pt x="26570" y="70896"/>
                </a:lnTo>
                <a:lnTo>
                  <a:pt x="25278" y="72188"/>
                </a:lnTo>
                <a:lnTo>
                  <a:pt x="23986" y="73618"/>
                </a:lnTo>
                <a:lnTo>
                  <a:pt x="22741" y="74955"/>
                </a:lnTo>
                <a:lnTo>
                  <a:pt x="20527" y="77677"/>
                </a:lnTo>
                <a:lnTo>
                  <a:pt x="19374" y="79245"/>
                </a:lnTo>
                <a:lnTo>
                  <a:pt x="18451" y="80629"/>
                </a:lnTo>
                <a:lnTo>
                  <a:pt x="17483" y="82151"/>
                </a:lnTo>
                <a:lnTo>
                  <a:pt x="16652" y="83673"/>
                </a:lnTo>
                <a:lnTo>
                  <a:pt x="15822" y="85334"/>
                </a:lnTo>
                <a:lnTo>
                  <a:pt x="15223" y="86902"/>
                </a:lnTo>
                <a:lnTo>
                  <a:pt x="14669" y="88516"/>
                </a:lnTo>
                <a:lnTo>
                  <a:pt x="14208" y="90131"/>
                </a:lnTo>
                <a:lnTo>
                  <a:pt x="13977" y="91238"/>
                </a:lnTo>
                <a:lnTo>
                  <a:pt x="13285" y="96496"/>
                </a:lnTo>
                <a:lnTo>
                  <a:pt x="22049" y="97649"/>
                </a:lnTo>
                <a:lnTo>
                  <a:pt x="22741" y="92714"/>
                </a:lnTo>
                <a:lnTo>
                  <a:pt x="22833" y="92299"/>
                </a:lnTo>
                <a:lnTo>
                  <a:pt x="23110" y="91192"/>
                </a:lnTo>
                <a:lnTo>
                  <a:pt x="23479" y="90039"/>
                </a:lnTo>
                <a:lnTo>
                  <a:pt x="23940" y="88931"/>
                </a:lnTo>
                <a:lnTo>
                  <a:pt x="24448" y="87824"/>
                </a:lnTo>
                <a:lnTo>
                  <a:pt x="25093" y="86717"/>
                </a:lnTo>
                <a:lnTo>
                  <a:pt x="25831" y="85564"/>
                </a:lnTo>
                <a:lnTo>
                  <a:pt x="26616" y="84365"/>
                </a:lnTo>
                <a:lnTo>
                  <a:pt x="27446" y="83212"/>
                </a:lnTo>
                <a:lnTo>
                  <a:pt x="29429" y="80813"/>
                </a:lnTo>
                <a:lnTo>
                  <a:pt x="30490" y="79614"/>
                </a:lnTo>
                <a:lnTo>
                  <a:pt x="31597" y="78415"/>
                </a:lnTo>
                <a:lnTo>
                  <a:pt x="32750" y="77262"/>
                </a:lnTo>
                <a:lnTo>
                  <a:pt x="35287" y="74817"/>
                </a:lnTo>
                <a:lnTo>
                  <a:pt x="37916" y="72372"/>
                </a:lnTo>
                <a:lnTo>
                  <a:pt x="40638" y="69928"/>
                </a:lnTo>
                <a:lnTo>
                  <a:pt x="46127" y="65084"/>
                </a:lnTo>
                <a:lnTo>
                  <a:pt x="48848" y="62686"/>
                </a:lnTo>
                <a:lnTo>
                  <a:pt x="52723" y="59088"/>
                </a:lnTo>
                <a:lnTo>
                  <a:pt x="54061" y="57750"/>
                </a:lnTo>
                <a:lnTo>
                  <a:pt x="55214" y="56551"/>
                </a:lnTo>
                <a:lnTo>
                  <a:pt x="56413" y="55260"/>
                </a:lnTo>
                <a:lnTo>
                  <a:pt x="57658" y="53784"/>
                </a:lnTo>
                <a:lnTo>
                  <a:pt x="58304" y="52861"/>
                </a:lnTo>
                <a:lnTo>
                  <a:pt x="59227" y="51339"/>
                </a:lnTo>
                <a:lnTo>
                  <a:pt x="59734" y="50416"/>
                </a:lnTo>
                <a:lnTo>
                  <a:pt x="60149" y="49540"/>
                </a:lnTo>
                <a:lnTo>
                  <a:pt x="60518" y="48710"/>
                </a:lnTo>
                <a:lnTo>
                  <a:pt x="60887" y="47833"/>
                </a:lnTo>
                <a:lnTo>
                  <a:pt x="61256" y="46819"/>
                </a:lnTo>
                <a:lnTo>
                  <a:pt x="61533" y="45850"/>
                </a:lnTo>
                <a:lnTo>
                  <a:pt x="61764" y="44973"/>
                </a:lnTo>
                <a:lnTo>
                  <a:pt x="61994" y="44005"/>
                </a:lnTo>
                <a:lnTo>
                  <a:pt x="62271" y="42944"/>
                </a:lnTo>
                <a:lnTo>
                  <a:pt x="62502" y="41099"/>
                </a:lnTo>
                <a:lnTo>
                  <a:pt x="62686" y="39162"/>
                </a:lnTo>
                <a:lnTo>
                  <a:pt x="62778" y="37086"/>
                </a:lnTo>
                <a:lnTo>
                  <a:pt x="62732" y="35010"/>
                </a:lnTo>
                <a:lnTo>
                  <a:pt x="62548" y="33027"/>
                </a:lnTo>
                <a:lnTo>
                  <a:pt x="62271" y="31136"/>
                </a:lnTo>
                <a:lnTo>
                  <a:pt x="61902" y="29152"/>
                </a:lnTo>
                <a:lnTo>
                  <a:pt x="61487" y="27169"/>
                </a:lnTo>
                <a:lnTo>
                  <a:pt x="60841" y="25001"/>
                </a:lnTo>
                <a:lnTo>
                  <a:pt x="60149" y="23110"/>
                </a:lnTo>
                <a:lnTo>
                  <a:pt x="59411" y="21265"/>
                </a:lnTo>
                <a:lnTo>
                  <a:pt x="58535" y="19374"/>
                </a:lnTo>
                <a:lnTo>
                  <a:pt x="57566" y="17529"/>
                </a:lnTo>
                <a:lnTo>
                  <a:pt x="56413" y="15591"/>
                </a:lnTo>
                <a:lnTo>
                  <a:pt x="55260" y="13931"/>
                </a:lnTo>
                <a:lnTo>
                  <a:pt x="53968" y="12224"/>
                </a:lnTo>
                <a:lnTo>
                  <a:pt x="53276" y="11394"/>
                </a:lnTo>
                <a:lnTo>
                  <a:pt x="51847" y="9918"/>
                </a:lnTo>
                <a:lnTo>
                  <a:pt x="51108" y="9134"/>
                </a:lnTo>
                <a:lnTo>
                  <a:pt x="50324" y="8396"/>
                </a:lnTo>
                <a:lnTo>
                  <a:pt x="49494" y="7704"/>
                </a:lnTo>
                <a:lnTo>
                  <a:pt x="47787" y="6274"/>
                </a:lnTo>
                <a:lnTo>
                  <a:pt x="45066" y="4567"/>
                </a:lnTo>
                <a:lnTo>
                  <a:pt x="44143" y="4014"/>
                </a:lnTo>
                <a:lnTo>
                  <a:pt x="42160" y="3045"/>
                </a:lnTo>
                <a:lnTo>
                  <a:pt x="41145" y="2630"/>
                </a:lnTo>
                <a:lnTo>
                  <a:pt x="40084" y="2215"/>
                </a:lnTo>
                <a:lnTo>
                  <a:pt x="39116" y="1892"/>
                </a:lnTo>
                <a:lnTo>
                  <a:pt x="38009" y="1523"/>
                </a:lnTo>
                <a:lnTo>
                  <a:pt x="35933" y="1016"/>
                </a:lnTo>
                <a:lnTo>
                  <a:pt x="33950" y="600"/>
                </a:lnTo>
                <a:lnTo>
                  <a:pt x="31920" y="277"/>
                </a:lnTo>
                <a:lnTo>
                  <a:pt x="30075" y="139"/>
                </a:lnTo>
                <a:lnTo>
                  <a:pt x="2832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720000" y="4267500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4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23" name="Google Shape;323;p30"/>
          <p:cNvSpPr/>
          <p:nvPr/>
        </p:nvSpPr>
        <p:spPr>
          <a:xfrm>
            <a:off x="7250698" y="393472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30"/>
          <p:cNvGrpSpPr/>
          <p:nvPr/>
        </p:nvGrpSpPr>
        <p:grpSpPr>
          <a:xfrm flipH="1">
            <a:off x="8196442" y="525670"/>
            <a:ext cx="492036" cy="492056"/>
            <a:chOff x="238125" y="1209825"/>
            <a:chExt cx="621650" cy="621675"/>
          </a:xfrm>
        </p:grpSpPr>
        <p:sp>
          <p:nvSpPr>
            <p:cNvPr id="325" name="Google Shape;325;p30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3" name="Google Shape;333;p30"/>
          <p:cNvGrpSpPr/>
          <p:nvPr/>
        </p:nvGrpSpPr>
        <p:grpSpPr>
          <a:xfrm flipH="1">
            <a:off x="331355" y="4322320"/>
            <a:ext cx="492036" cy="492056"/>
            <a:chOff x="238125" y="1209825"/>
            <a:chExt cx="621650" cy="621675"/>
          </a:xfrm>
        </p:grpSpPr>
        <p:sp>
          <p:nvSpPr>
            <p:cNvPr id="334" name="Google Shape;334;p30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30"/>
          <p:cNvSpPr/>
          <p:nvPr/>
        </p:nvSpPr>
        <p:spPr>
          <a:xfrm rot="10800000">
            <a:off x="-2819548" y="-319717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"/>
          <p:cNvSpPr txBox="1"/>
          <p:nvPr>
            <p:ph idx="1" type="body"/>
          </p:nvPr>
        </p:nvSpPr>
        <p:spPr>
          <a:xfrm>
            <a:off x="1125875" y="2508075"/>
            <a:ext cx="3060900" cy="17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2" type="body"/>
          </p:nvPr>
        </p:nvSpPr>
        <p:spPr>
          <a:xfrm>
            <a:off x="4768225" y="2508075"/>
            <a:ext cx="3249900" cy="17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Arial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5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>
            <p:ph type="ctrTitle"/>
          </p:nvPr>
        </p:nvSpPr>
        <p:spPr>
          <a:xfrm>
            <a:off x="2562600" y="1051300"/>
            <a:ext cx="401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7" name="Google Shape;347;p31"/>
          <p:cNvSpPr txBox="1"/>
          <p:nvPr>
            <p:ph idx="1" type="subTitle"/>
          </p:nvPr>
        </p:nvSpPr>
        <p:spPr>
          <a:xfrm>
            <a:off x="2405250" y="1759525"/>
            <a:ext cx="43335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48" name="Google Shape;348;p31"/>
          <p:cNvSpPr txBox="1"/>
          <p:nvPr/>
        </p:nvSpPr>
        <p:spPr>
          <a:xfrm>
            <a:off x="1925400" y="3317850"/>
            <a:ext cx="52932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including icons by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9" name="Google Shape;349;p31"/>
          <p:cNvSpPr/>
          <p:nvPr/>
        </p:nvSpPr>
        <p:spPr>
          <a:xfrm flipH="1">
            <a:off x="-2156448" y="3385325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1"/>
          <p:cNvSpPr/>
          <p:nvPr/>
        </p:nvSpPr>
        <p:spPr>
          <a:xfrm rot="-5400000">
            <a:off x="7218448" y="-252162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31"/>
          <p:cNvGrpSpPr/>
          <p:nvPr/>
        </p:nvGrpSpPr>
        <p:grpSpPr>
          <a:xfrm flipH="1" rot="10800000">
            <a:off x="550297" y="613949"/>
            <a:ext cx="492036" cy="492056"/>
            <a:chOff x="238125" y="1209825"/>
            <a:chExt cx="621650" cy="621675"/>
          </a:xfrm>
        </p:grpSpPr>
        <p:sp>
          <p:nvSpPr>
            <p:cNvPr id="352" name="Google Shape;352;p3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31"/>
          <p:cNvGrpSpPr/>
          <p:nvPr/>
        </p:nvGrpSpPr>
        <p:grpSpPr>
          <a:xfrm flipH="1" rot="10800000">
            <a:off x="8106347" y="4108974"/>
            <a:ext cx="492036" cy="492056"/>
            <a:chOff x="238125" y="1209825"/>
            <a:chExt cx="621650" cy="621675"/>
          </a:xfrm>
        </p:grpSpPr>
        <p:sp>
          <p:nvSpPr>
            <p:cNvPr id="361" name="Google Shape;361;p3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31"/>
          <p:cNvSpPr/>
          <p:nvPr/>
        </p:nvSpPr>
        <p:spPr>
          <a:xfrm>
            <a:off x="5248325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370" name="Google Shape;370;p31"/>
          <p:cNvSpPr/>
          <p:nvPr/>
        </p:nvSpPr>
        <p:spPr>
          <a:xfrm>
            <a:off x="1690600" y="-1576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ONE_COLUMN_TEXT_3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dk2"/>
            </a:gs>
          </a:gsLst>
          <a:lin ang="8099331" scaled="0"/>
        </a:gra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"/>
          <p:cNvSpPr/>
          <p:nvPr/>
        </p:nvSpPr>
        <p:spPr>
          <a:xfrm flipH="1" rot="-7790531">
            <a:off x="-528024" y="-2265420"/>
            <a:ext cx="4621887" cy="7189143"/>
          </a:xfrm>
          <a:custGeom>
            <a:rect b="b" l="l" r="r" t="t"/>
            <a:pathLst>
              <a:path extrusionOk="0" h="97650" w="62779">
                <a:moveTo>
                  <a:pt x="26523" y="1"/>
                </a:moveTo>
                <a:lnTo>
                  <a:pt x="24724" y="93"/>
                </a:lnTo>
                <a:lnTo>
                  <a:pt x="23156" y="277"/>
                </a:lnTo>
                <a:lnTo>
                  <a:pt x="21403" y="462"/>
                </a:lnTo>
                <a:lnTo>
                  <a:pt x="19927" y="785"/>
                </a:lnTo>
                <a:lnTo>
                  <a:pt x="17021" y="1523"/>
                </a:lnTo>
                <a:lnTo>
                  <a:pt x="15638" y="2030"/>
                </a:lnTo>
                <a:lnTo>
                  <a:pt x="14300" y="2538"/>
                </a:lnTo>
                <a:lnTo>
                  <a:pt x="12132" y="3599"/>
                </a:lnTo>
                <a:lnTo>
                  <a:pt x="10979" y="4198"/>
                </a:lnTo>
                <a:lnTo>
                  <a:pt x="10010" y="4752"/>
                </a:lnTo>
                <a:lnTo>
                  <a:pt x="9088" y="5305"/>
                </a:lnTo>
                <a:lnTo>
                  <a:pt x="8165" y="5951"/>
                </a:lnTo>
                <a:lnTo>
                  <a:pt x="6643" y="7104"/>
                </a:lnTo>
                <a:lnTo>
                  <a:pt x="5398" y="8119"/>
                </a:lnTo>
                <a:lnTo>
                  <a:pt x="4245" y="9226"/>
                </a:lnTo>
                <a:lnTo>
                  <a:pt x="1" y="13792"/>
                </a:lnTo>
                <a:lnTo>
                  <a:pt x="6551" y="19789"/>
                </a:lnTo>
                <a:lnTo>
                  <a:pt x="9549" y="16514"/>
                </a:lnTo>
                <a:lnTo>
                  <a:pt x="10518" y="15453"/>
                </a:lnTo>
                <a:lnTo>
                  <a:pt x="11163" y="14853"/>
                </a:lnTo>
                <a:lnTo>
                  <a:pt x="12086" y="14069"/>
                </a:lnTo>
                <a:lnTo>
                  <a:pt x="13239" y="13193"/>
                </a:lnTo>
                <a:lnTo>
                  <a:pt x="13793" y="12824"/>
                </a:lnTo>
                <a:lnTo>
                  <a:pt x="14485" y="12409"/>
                </a:lnTo>
                <a:lnTo>
                  <a:pt x="15269" y="11947"/>
                </a:lnTo>
                <a:lnTo>
                  <a:pt x="16053" y="11532"/>
                </a:lnTo>
                <a:lnTo>
                  <a:pt x="17806" y="10702"/>
                </a:lnTo>
                <a:lnTo>
                  <a:pt x="18682" y="10333"/>
                </a:lnTo>
                <a:lnTo>
                  <a:pt x="19604" y="10010"/>
                </a:lnTo>
                <a:lnTo>
                  <a:pt x="21819" y="9457"/>
                </a:lnTo>
                <a:lnTo>
                  <a:pt x="22879" y="9226"/>
                </a:lnTo>
                <a:lnTo>
                  <a:pt x="24079" y="9088"/>
                </a:lnTo>
                <a:lnTo>
                  <a:pt x="25370" y="8949"/>
                </a:lnTo>
                <a:lnTo>
                  <a:pt x="26662" y="8857"/>
                </a:lnTo>
                <a:lnTo>
                  <a:pt x="27953" y="8857"/>
                </a:lnTo>
                <a:lnTo>
                  <a:pt x="29383" y="8949"/>
                </a:lnTo>
                <a:lnTo>
                  <a:pt x="30813" y="9088"/>
                </a:lnTo>
                <a:lnTo>
                  <a:pt x="32289" y="9318"/>
                </a:lnTo>
                <a:lnTo>
                  <a:pt x="33904" y="9641"/>
                </a:lnTo>
                <a:lnTo>
                  <a:pt x="35564" y="10056"/>
                </a:lnTo>
                <a:lnTo>
                  <a:pt x="36256" y="10287"/>
                </a:lnTo>
                <a:lnTo>
                  <a:pt x="37086" y="10564"/>
                </a:lnTo>
                <a:lnTo>
                  <a:pt x="37824" y="10840"/>
                </a:lnTo>
                <a:lnTo>
                  <a:pt x="38470" y="11071"/>
                </a:lnTo>
                <a:lnTo>
                  <a:pt x="39900" y="11809"/>
                </a:lnTo>
                <a:lnTo>
                  <a:pt x="40546" y="12178"/>
                </a:lnTo>
                <a:lnTo>
                  <a:pt x="42529" y="13470"/>
                </a:lnTo>
                <a:lnTo>
                  <a:pt x="43774" y="14438"/>
                </a:lnTo>
                <a:lnTo>
                  <a:pt x="44328" y="14946"/>
                </a:lnTo>
                <a:lnTo>
                  <a:pt x="44881" y="15453"/>
                </a:lnTo>
                <a:lnTo>
                  <a:pt x="45435" y="16006"/>
                </a:lnTo>
                <a:lnTo>
                  <a:pt x="46634" y="17252"/>
                </a:lnTo>
                <a:lnTo>
                  <a:pt x="47049" y="17805"/>
                </a:lnTo>
                <a:lnTo>
                  <a:pt x="48018" y="19051"/>
                </a:lnTo>
                <a:lnTo>
                  <a:pt x="48941" y="20388"/>
                </a:lnTo>
                <a:lnTo>
                  <a:pt x="49771" y="21772"/>
                </a:lnTo>
                <a:lnTo>
                  <a:pt x="50555" y="23248"/>
                </a:lnTo>
                <a:lnTo>
                  <a:pt x="51247" y="24724"/>
                </a:lnTo>
                <a:lnTo>
                  <a:pt x="51847" y="26246"/>
                </a:lnTo>
                <a:lnTo>
                  <a:pt x="52446" y="27769"/>
                </a:lnTo>
                <a:lnTo>
                  <a:pt x="52861" y="29245"/>
                </a:lnTo>
                <a:lnTo>
                  <a:pt x="53230" y="30859"/>
                </a:lnTo>
                <a:lnTo>
                  <a:pt x="53507" y="32381"/>
                </a:lnTo>
                <a:lnTo>
                  <a:pt x="53738" y="33996"/>
                </a:lnTo>
                <a:lnTo>
                  <a:pt x="53876" y="35564"/>
                </a:lnTo>
                <a:lnTo>
                  <a:pt x="53922" y="36994"/>
                </a:lnTo>
                <a:lnTo>
                  <a:pt x="53830" y="38516"/>
                </a:lnTo>
                <a:lnTo>
                  <a:pt x="53738" y="40038"/>
                </a:lnTo>
                <a:lnTo>
                  <a:pt x="53507" y="41376"/>
                </a:lnTo>
                <a:lnTo>
                  <a:pt x="53230" y="42667"/>
                </a:lnTo>
                <a:lnTo>
                  <a:pt x="53046" y="43405"/>
                </a:lnTo>
                <a:lnTo>
                  <a:pt x="52861" y="44005"/>
                </a:lnTo>
                <a:lnTo>
                  <a:pt x="52677" y="44512"/>
                </a:lnTo>
                <a:lnTo>
                  <a:pt x="52400" y="45204"/>
                </a:lnTo>
                <a:lnTo>
                  <a:pt x="52123" y="45850"/>
                </a:lnTo>
                <a:lnTo>
                  <a:pt x="51847" y="46357"/>
                </a:lnTo>
                <a:lnTo>
                  <a:pt x="51570" y="46865"/>
                </a:lnTo>
                <a:lnTo>
                  <a:pt x="50924" y="48018"/>
                </a:lnTo>
                <a:lnTo>
                  <a:pt x="50647" y="48341"/>
                </a:lnTo>
                <a:lnTo>
                  <a:pt x="49817" y="49355"/>
                </a:lnTo>
                <a:lnTo>
                  <a:pt x="48802" y="50416"/>
                </a:lnTo>
                <a:lnTo>
                  <a:pt x="47741" y="51523"/>
                </a:lnTo>
                <a:lnTo>
                  <a:pt x="46634" y="52630"/>
                </a:lnTo>
                <a:lnTo>
                  <a:pt x="42898" y="56090"/>
                </a:lnTo>
                <a:lnTo>
                  <a:pt x="40269" y="58442"/>
                </a:lnTo>
                <a:lnTo>
                  <a:pt x="34780" y="63285"/>
                </a:lnTo>
                <a:lnTo>
                  <a:pt x="31966" y="65822"/>
                </a:lnTo>
                <a:lnTo>
                  <a:pt x="29245" y="68359"/>
                </a:lnTo>
                <a:lnTo>
                  <a:pt x="26570" y="70896"/>
                </a:lnTo>
                <a:lnTo>
                  <a:pt x="25278" y="72188"/>
                </a:lnTo>
                <a:lnTo>
                  <a:pt x="23986" y="73618"/>
                </a:lnTo>
                <a:lnTo>
                  <a:pt x="22741" y="74955"/>
                </a:lnTo>
                <a:lnTo>
                  <a:pt x="20527" y="77677"/>
                </a:lnTo>
                <a:lnTo>
                  <a:pt x="19374" y="79245"/>
                </a:lnTo>
                <a:lnTo>
                  <a:pt x="18451" y="80629"/>
                </a:lnTo>
                <a:lnTo>
                  <a:pt x="17483" y="82151"/>
                </a:lnTo>
                <a:lnTo>
                  <a:pt x="16652" y="83673"/>
                </a:lnTo>
                <a:lnTo>
                  <a:pt x="15822" y="85334"/>
                </a:lnTo>
                <a:lnTo>
                  <a:pt x="15223" y="86902"/>
                </a:lnTo>
                <a:lnTo>
                  <a:pt x="14669" y="88516"/>
                </a:lnTo>
                <a:lnTo>
                  <a:pt x="14208" y="90131"/>
                </a:lnTo>
                <a:lnTo>
                  <a:pt x="13977" y="91238"/>
                </a:lnTo>
                <a:lnTo>
                  <a:pt x="13285" y="96496"/>
                </a:lnTo>
                <a:lnTo>
                  <a:pt x="22049" y="97649"/>
                </a:lnTo>
                <a:lnTo>
                  <a:pt x="22741" y="92714"/>
                </a:lnTo>
                <a:lnTo>
                  <a:pt x="22833" y="92299"/>
                </a:lnTo>
                <a:lnTo>
                  <a:pt x="23110" y="91192"/>
                </a:lnTo>
                <a:lnTo>
                  <a:pt x="23479" y="90039"/>
                </a:lnTo>
                <a:lnTo>
                  <a:pt x="23940" y="88931"/>
                </a:lnTo>
                <a:lnTo>
                  <a:pt x="24448" y="87824"/>
                </a:lnTo>
                <a:lnTo>
                  <a:pt x="25093" y="86717"/>
                </a:lnTo>
                <a:lnTo>
                  <a:pt x="25831" y="85564"/>
                </a:lnTo>
                <a:lnTo>
                  <a:pt x="26616" y="84365"/>
                </a:lnTo>
                <a:lnTo>
                  <a:pt x="27446" y="83212"/>
                </a:lnTo>
                <a:lnTo>
                  <a:pt x="29429" y="80813"/>
                </a:lnTo>
                <a:lnTo>
                  <a:pt x="30490" y="79614"/>
                </a:lnTo>
                <a:lnTo>
                  <a:pt x="31597" y="78415"/>
                </a:lnTo>
                <a:lnTo>
                  <a:pt x="32750" y="77262"/>
                </a:lnTo>
                <a:lnTo>
                  <a:pt x="35287" y="74817"/>
                </a:lnTo>
                <a:lnTo>
                  <a:pt x="37916" y="72372"/>
                </a:lnTo>
                <a:lnTo>
                  <a:pt x="40638" y="69928"/>
                </a:lnTo>
                <a:lnTo>
                  <a:pt x="46127" y="65084"/>
                </a:lnTo>
                <a:lnTo>
                  <a:pt x="48848" y="62686"/>
                </a:lnTo>
                <a:lnTo>
                  <a:pt x="52723" y="59088"/>
                </a:lnTo>
                <a:lnTo>
                  <a:pt x="54061" y="57750"/>
                </a:lnTo>
                <a:lnTo>
                  <a:pt x="55214" y="56551"/>
                </a:lnTo>
                <a:lnTo>
                  <a:pt x="56413" y="55260"/>
                </a:lnTo>
                <a:lnTo>
                  <a:pt x="57658" y="53784"/>
                </a:lnTo>
                <a:lnTo>
                  <a:pt x="58304" y="52861"/>
                </a:lnTo>
                <a:lnTo>
                  <a:pt x="59227" y="51339"/>
                </a:lnTo>
                <a:lnTo>
                  <a:pt x="59734" y="50416"/>
                </a:lnTo>
                <a:lnTo>
                  <a:pt x="60149" y="49540"/>
                </a:lnTo>
                <a:lnTo>
                  <a:pt x="60518" y="48710"/>
                </a:lnTo>
                <a:lnTo>
                  <a:pt x="60887" y="47833"/>
                </a:lnTo>
                <a:lnTo>
                  <a:pt x="61256" y="46819"/>
                </a:lnTo>
                <a:lnTo>
                  <a:pt x="61533" y="45850"/>
                </a:lnTo>
                <a:lnTo>
                  <a:pt x="61764" y="44973"/>
                </a:lnTo>
                <a:lnTo>
                  <a:pt x="61994" y="44005"/>
                </a:lnTo>
                <a:lnTo>
                  <a:pt x="62271" y="42944"/>
                </a:lnTo>
                <a:lnTo>
                  <a:pt x="62502" y="41099"/>
                </a:lnTo>
                <a:lnTo>
                  <a:pt x="62686" y="39162"/>
                </a:lnTo>
                <a:lnTo>
                  <a:pt x="62778" y="37086"/>
                </a:lnTo>
                <a:lnTo>
                  <a:pt x="62732" y="35010"/>
                </a:lnTo>
                <a:lnTo>
                  <a:pt x="62548" y="33027"/>
                </a:lnTo>
                <a:lnTo>
                  <a:pt x="62271" y="31136"/>
                </a:lnTo>
                <a:lnTo>
                  <a:pt x="61902" y="29152"/>
                </a:lnTo>
                <a:lnTo>
                  <a:pt x="61487" y="27169"/>
                </a:lnTo>
                <a:lnTo>
                  <a:pt x="60841" y="25001"/>
                </a:lnTo>
                <a:lnTo>
                  <a:pt x="60149" y="23110"/>
                </a:lnTo>
                <a:lnTo>
                  <a:pt x="59411" y="21265"/>
                </a:lnTo>
                <a:lnTo>
                  <a:pt x="58535" y="19374"/>
                </a:lnTo>
                <a:lnTo>
                  <a:pt x="57566" y="17529"/>
                </a:lnTo>
                <a:lnTo>
                  <a:pt x="56413" y="15591"/>
                </a:lnTo>
                <a:lnTo>
                  <a:pt x="55260" y="13931"/>
                </a:lnTo>
                <a:lnTo>
                  <a:pt x="53968" y="12224"/>
                </a:lnTo>
                <a:lnTo>
                  <a:pt x="53276" y="11394"/>
                </a:lnTo>
                <a:lnTo>
                  <a:pt x="51847" y="9918"/>
                </a:lnTo>
                <a:lnTo>
                  <a:pt x="51108" y="9134"/>
                </a:lnTo>
                <a:lnTo>
                  <a:pt x="50324" y="8396"/>
                </a:lnTo>
                <a:lnTo>
                  <a:pt x="49494" y="7704"/>
                </a:lnTo>
                <a:lnTo>
                  <a:pt x="47787" y="6274"/>
                </a:lnTo>
                <a:lnTo>
                  <a:pt x="45066" y="4567"/>
                </a:lnTo>
                <a:lnTo>
                  <a:pt x="44143" y="4014"/>
                </a:lnTo>
                <a:lnTo>
                  <a:pt x="42160" y="3045"/>
                </a:lnTo>
                <a:lnTo>
                  <a:pt x="41145" y="2630"/>
                </a:lnTo>
                <a:lnTo>
                  <a:pt x="40084" y="2215"/>
                </a:lnTo>
                <a:lnTo>
                  <a:pt x="39116" y="1892"/>
                </a:lnTo>
                <a:lnTo>
                  <a:pt x="38009" y="1523"/>
                </a:lnTo>
                <a:lnTo>
                  <a:pt x="35933" y="1016"/>
                </a:lnTo>
                <a:lnTo>
                  <a:pt x="33950" y="600"/>
                </a:lnTo>
                <a:lnTo>
                  <a:pt x="31920" y="277"/>
                </a:lnTo>
                <a:lnTo>
                  <a:pt x="30075" y="139"/>
                </a:lnTo>
                <a:lnTo>
                  <a:pt x="2832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 flipH="1">
            <a:off x="6618302" y="3773975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/>
          <p:nvPr/>
        </p:nvSpPr>
        <p:spPr>
          <a:xfrm rot="-5400000">
            <a:off x="7686350" y="56230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375" name="Google Shape;375;p32"/>
          <p:cNvSpPr/>
          <p:nvPr/>
        </p:nvSpPr>
        <p:spPr>
          <a:xfrm>
            <a:off x="-146400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MAIN_POINT_1">
    <p:bg>
      <p:bgPr>
        <a:gradFill>
          <a:gsLst>
            <a:gs pos="0">
              <a:schemeClr val="accen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"/>
          <p:cNvSpPr/>
          <p:nvPr/>
        </p:nvSpPr>
        <p:spPr>
          <a:xfrm flipH="1">
            <a:off x="-2482748" y="3397700"/>
            <a:ext cx="4276500" cy="4276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3789350" y="4943950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379" name="Google Shape;379;p33"/>
          <p:cNvSpPr/>
          <p:nvPr/>
        </p:nvSpPr>
        <p:spPr>
          <a:xfrm>
            <a:off x="2116950" y="-243525"/>
            <a:ext cx="2733696" cy="465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Montserrat;800"/>
              </a:rPr>
              <a:t>CRYPTO</a:t>
            </a:r>
          </a:p>
        </p:txBody>
      </p:sp>
      <p:sp>
        <p:nvSpPr>
          <p:cNvPr id="380" name="Google Shape;380;p33"/>
          <p:cNvSpPr/>
          <p:nvPr/>
        </p:nvSpPr>
        <p:spPr>
          <a:xfrm flipH="1" rot="10800000">
            <a:off x="7120548" y="-2723825"/>
            <a:ext cx="4322700" cy="43224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●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○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■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●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○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■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●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ource Sans Pro"/>
              <a:buChar char="○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Source Sans Pro"/>
              <a:buChar char="■"/>
              <a:defRPr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4"/>
          <p:cNvPicPr preferRelativeResize="0"/>
          <p:nvPr/>
        </p:nvPicPr>
        <p:blipFill rotWithShape="1">
          <a:blip r:embed="rId3">
            <a:alphaModFix amt="78000"/>
          </a:blip>
          <a:srcRect b="0" l="35754" r="8780" t="0"/>
          <a:stretch/>
        </p:blipFill>
        <p:spPr>
          <a:xfrm>
            <a:off x="4843004" y="807000"/>
            <a:ext cx="3411600" cy="3460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6" name="Google Shape;386;p34"/>
          <p:cNvSpPr/>
          <p:nvPr/>
        </p:nvSpPr>
        <p:spPr>
          <a:xfrm>
            <a:off x="720000" y="2839975"/>
            <a:ext cx="2619300" cy="4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4"/>
          <p:cNvSpPr txBox="1"/>
          <p:nvPr>
            <p:ph type="ctrTitle"/>
          </p:nvPr>
        </p:nvSpPr>
        <p:spPr>
          <a:xfrm>
            <a:off x="225600" y="1663950"/>
            <a:ext cx="4563300" cy="169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CRYPTO TRANSACTION ANALYSIS FOR DIGITAL FORENSICS</a:t>
            </a:r>
            <a:endParaRPr sz="5100"/>
          </a:p>
        </p:txBody>
      </p:sp>
      <p:sp>
        <p:nvSpPr>
          <p:cNvPr id="388" name="Google Shape;388;p34"/>
          <p:cNvSpPr txBox="1"/>
          <p:nvPr>
            <p:ph idx="1" type="subTitle"/>
          </p:nvPr>
        </p:nvSpPr>
        <p:spPr>
          <a:xfrm>
            <a:off x="756600" y="3484282"/>
            <a:ext cx="42426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Rishi Kadam </a:t>
            </a:r>
            <a:r>
              <a:rPr lang="en"/>
              <a:t>BTech 09 -</a:t>
            </a:r>
            <a:r>
              <a:rPr lang="en"/>
              <a:t> 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Manas More </a:t>
            </a:r>
            <a:r>
              <a:rPr lang="en"/>
              <a:t>BTech 09</a:t>
            </a:r>
            <a:r>
              <a:rPr lang="en"/>
              <a:t> - 29</a:t>
            </a:r>
            <a:endParaRPr/>
          </a:p>
        </p:txBody>
      </p:sp>
      <p:grpSp>
        <p:nvGrpSpPr>
          <p:cNvPr id="389" name="Google Shape;389;p34"/>
          <p:cNvGrpSpPr/>
          <p:nvPr/>
        </p:nvGrpSpPr>
        <p:grpSpPr>
          <a:xfrm>
            <a:off x="4507171" y="4082709"/>
            <a:ext cx="492036" cy="492056"/>
            <a:chOff x="238125" y="1209825"/>
            <a:chExt cx="621650" cy="621675"/>
          </a:xfrm>
        </p:grpSpPr>
        <p:sp>
          <p:nvSpPr>
            <p:cNvPr id="390" name="Google Shape;390;p34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34"/>
          <p:cNvGrpSpPr/>
          <p:nvPr/>
        </p:nvGrpSpPr>
        <p:grpSpPr>
          <a:xfrm>
            <a:off x="3531474" y="698970"/>
            <a:ext cx="492036" cy="492056"/>
            <a:chOff x="238125" y="1209825"/>
            <a:chExt cx="621650" cy="621675"/>
          </a:xfrm>
        </p:grpSpPr>
        <p:sp>
          <p:nvSpPr>
            <p:cNvPr id="399" name="Google Shape;399;p34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4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7" name="Google Shape;407;p34"/>
          <p:cNvSpPr/>
          <p:nvPr/>
        </p:nvSpPr>
        <p:spPr>
          <a:xfrm>
            <a:off x="6765200" y="3293525"/>
            <a:ext cx="3460500" cy="3460500"/>
          </a:xfrm>
          <a:prstGeom prst="blockArc">
            <a:avLst>
              <a:gd fmla="val 5458868" name="adj1"/>
              <a:gd fmla="val 64197" name="adj2"/>
              <a:gd fmla="val 1843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4"/>
          <p:cNvSpPr/>
          <p:nvPr/>
        </p:nvSpPr>
        <p:spPr>
          <a:xfrm>
            <a:off x="6943975" y="1040250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CIAP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/>
          <p:nvPr/>
        </p:nvSpPr>
        <p:spPr>
          <a:xfrm>
            <a:off x="847771" y="1068550"/>
            <a:ext cx="1262100" cy="126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5"/>
          <p:cNvSpPr/>
          <p:nvPr/>
        </p:nvSpPr>
        <p:spPr>
          <a:xfrm>
            <a:off x="847771" y="2548050"/>
            <a:ext cx="1262100" cy="12621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5"/>
          <p:cNvSpPr/>
          <p:nvPr/>
        </p:nvSpPr>
        <p:spPr>
          <a:xfrm>
            <a:off x="4697946" y="1068550"/>
            <a:ext cx="1262100" cy="12621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4697946" y="2548050"/>
            <a:ext cx="1262100" cy="1262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5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CRYPTO FORENSICS ?</a:t>
            </a:r>
            <a:endParaRPr/>
          </a:p>
        </p:txBody>
      </p:sp>
      <p:sp>
        <p:nvSpPr>
          <p:cNvPr id="418" name="Google Shape;418;p35"/>
          <p:cNvSpPr txBox="1"/>
          <p:nvPr>
            <p:ph type="title"/>
          </p:nvPr>
        </p:nvSpPr>
        <p:spPr>
          <a:xfrm>
            <a:off x="2150208" y="1192123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Blockchain </a:t>
            </a:r>
            <a:r>
              <a:rPr lang="en" sz="1700"/>
              <a:t>Transparency</a:t>
            </a:r>
            <a:endParaRPr sz="1700"/>
          </a:p>
        </p:txBody>
      </p:sp>
      <p:sp>
        <p:nvSpPr>
          <p:cNvPr id="419" name="Google Shape;419;p35"/>
          <p:cNvSpPr txBox="1"/>
          <p:nvPr>
            <p:ph idx="1" type="subTitle"/>
          </p:nvPr>
        </p:nvSpPr>
        <p:spPr>
          <a:xfrm>
            <a:off x="2150200" y="1656728"/>
            <a:ext cx="2305500" cy="67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Cryptocurrency transactions are recorded on a public, verifiable ledger.</a:t>
            </a:r>
            <a:endParaRPr/>
          </a:p>
        </p:txBody>
      </p:sp>
      <p:sp>
        <p:nvSpPr>
          <p:cNvPr id="420" name="Google Shape;420;p35"/>
          <p:cNvSpPr txBox="1"/>
          <p:nvPr>
            <p:ph idx="2" type="title"/>
          </p:nvPr>
        </p:nvSpPr>
        <p:spPr>
          <a:xfrm>
            <a:off x="6003578" y="1192123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Pseudonymity</a:t>
            </a:r>
            <a:endParaRPr sz="1700"/>
          </a:p>
        </p:txBody>
      </p:sp>
      <p:sp>
        <p:nvSpPr>
          <p:cNvPr id="421" name="Google Shape;421;p35"/>
          <p:cNvSpPr txBox="1"/>
          <p:nvPr>
            <p:ph idx="3" type="subTitle"/>
          </p:nvPr>
        </p:nvSpPr>
        <p:spPr>
          <a:xfrm>
            <a:off x="6003575" y="1656725"/>
            <a:ext cx="2305500" cy="8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addresses are visible, but they do not directly reveal the real-world identity of their controller</a:t>
            </a:r>
            <a:endParaRPr/>
          </a:p>
        </p:txBody>
      </p:sp>
      <p:sp>
        <p:nvSpPr>
          <p:cNvPr id="422" name="Google Shape;422;p35"/>
          <p:cNvSpPr txBox="1"/>
          <p:nvPr>
            <p:ph idx="4" type="title"/>
          </p:nvPr>
        </p:nvSpPr>
        <p:spPr>
          <a:xfrm>
            <a:off x="2150208" y="2702786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Complex Transaction Networks</a:t>
            </a:r>
            <a:endParaRPr sz="1400"/>
          </a:p>
        </p:txBody>
      </p:sp>
      <p:sp>
        <p:nvSpPr>
          <p:cNvPr id="423" name="Google Shape;423;p35"/>
          <p:cNvSpPr txBox="1"/>
          <p:nvPr>
            <p:ph idx="5" type="subTitle"/>
          </p:nvPr>
        </p:nvSpPr>
        <p:spPr>
          <a:xfrm>
            <a:off x="2150200" y="3167375"/>
            <a:ext cx="2305500" cy="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Funds can move through multiple addresses and transactions, making manual tracing difficult</a:t>
            </a:r>
            <a:endParaRPr/>
          </a:p>
        </p:txBody>
      </p:sp>
      <p:sp>
        <p:nvSpPr>
          <p:cNvPr id="424" name="Google Shape;424;p35"/>
          <p:cNvSpPr txBox="1"/>
          <p:nvPr>
            <p:ph idx="6" type="title"/>
          </p:nvPr>
        </p:nvSpPr>
        <p:spPr>
          <a:xfrm>
            <a:off x="6003578" y="2702786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Forensic Challenge</a:t>
            </a:r>
            <a:endParaRPr sz="1500"/>
          </a:p>
        </p:txBody>
      </p:sp>
      <p:sp>
        <p:nvSpPr>
          <p:cNvPr id="425" name="Google Shape;425;p35"/>
          <p:cNvSpPr txBox="1"/>
          <p:nvPr>
            <p:ph idx="7" type="subTitle"/>
          </p:nvPr>
        </p:nvSpPr>
        <p:spPr>
          <a:xfrm>
            <a:off x="6003575" y="3167350"/>
            <a:ext cx="24528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Investigators must analyze transaction relationships, trace fund flows, identify suspicious activity, and correlate blockchain evidence with external evidence.</a:t>
            </a:r>
            <a:endParaRPr/>
          </a:p>
        </p:txBody>
      </p:sp>
      <p:sp>
        <p:nvSpPr>
          <p:cNvPr id="426" name="Google Shape;426;p35"/>
          <p:cNvSpPr txBox="1"/>
          <p:nvPr>
            <p:ph idx="9" type="title"/>
          </p:nvPr>
        </p:nvSpPr>
        <p:spPr>
          <a:xfrm>
            <a:off x="954721" y="2655000"/>
            <a:ext cx="1048200" cy="10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27" name="Google Shape;427;p35"/>
          <p:cNvSpPr txBox="1"/>
          <p:nvPr>
            <p:ph idx="8" type="title"/>
          </p:nvPr>
        </p:nvSpPr>
        <p:spPr>
          <a:xfrm>
            <a:off x="954721" y="1175500"/>
            <a:ext cx="1048200" cy="10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8" name="Google Shape;428;p35"/>
          <p:cNvSpPr txBox="1"/>
          <p:nvPr>
            <p:ph idx="13" type="title"/>
          </p:nvPr>
        </p:nvSpPr>
        <p:spPr>
          <a:xfrm>
            <a:off x="4804896" y="1175500"/>
            <a:ext cx="1048200" cy="10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9" name="Google Shape;429;p35"/>
          <p:cNvSpPr txBox="1"/>
          <p:nvPr>
            <p:ph idx="14" type="title"/>
          </p:nvPr>
        </p:nvSpPr>
        <p:spPr>
          <a:xfrm>
            <a:off x="4804896" y="2655000"/>
            <a:ext cx="1048200" cy="10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4" name="Google Shape;434;p36"/>
          <p:cNvCxnSpPr>
            <a:stCxn id="435" idx="6"/>
            <a:endCxn id="436" idx="2"/>
          </p:cNvCxnSpPr>
          <p:nvPr/>
        </p:nvCxnSpPr>
        <p:spPr>
          <a:xfrm>
            <a:off x="964963" y="1732288"/>
            <a:ext cx="1317900" cy="98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36"/>
          <p:cNvSpPr txBox="1"/>
          <p:nvPr>
            <p:ph type="title"/>
          </p:nvPr>
        </p:nvSpPr>
        <p:spPr>
          <a:xfrm>
            <a:off x="720000" y="3032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CRYPTOCURRENCY FORENSIC INVESTIGATION</a:t>
            </a:r>
            <a:endParaRPr sz="2300"/>
          </a:p>
        </p:txBody>
      </p:sp>
      <p:sp>
        <p:nvSpPr>
          <p:cNvPr id="438" name="Google Shape;438;p36"/>
          <p:cNvSpPr txBox="1"/>
          <p:nvPr/>
        </p:nvSpPr>
        <p:spPr>
          <a:xfrm>
            <a:off x="0" y="2074200"/>
            <a:ext cx="1431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Collect</a:t>
            </a:r>
            <a:endParaRPr sz="20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96175" y="2456250"/>
            <a:ext cx="12099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5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Transactions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Addresses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Timestamps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437263" y="1468438"/>
            <a:ext cx="527700" cy="527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>
            <a:off x="2282763" y="2456238"/>
            <a:ext cx="527700" cy="527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6"/>
          <p:cNvSpPr/>
          <p:nvPr/>
        </p:nvSpPr>
        <p:spPr>
          <a:xfrm>
            <a:off x="4099250" y="1468400"/>
            <a:ext cx="527700" cy="5277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6"/>
          <p:cNvSpPr/>
          <p:nvPr/>
        </p:nvSpPr>
        <p:spPr>
          <a:xfrm>
            <a:off x="6058288" y="2456238"/>
            <a:ext cx="527700" cy="52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36"/>
          <p:cNvGrpSpPr/>
          <p:nvPr/>
        </p:nvGrpSpPr>
        <p:grpSpPr>
          <a:xfrm>
            <a:off x="587762" y="1618320"/>
            <a:ext cx="226719" cy="227925"/>
            <a:chOff x="-3852025" y="2764950"/>
            <a:chExt cx="291450" cy="293000"/>
          </a:xfrm>
        </p:grpSpPr>
        <p:sp>
          <p:nvSpPr>
            <p:cNvPr id="443" name="Google Shape;443;p36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" name="Google Shape;445;p36"/>
          <p:cNvGrpSpPr/>
          <p:nvPr/>
        </p:nvGrpSpPr>
        <p:grpSpPr>
          <a:xfrm>
            <a:off x="2433280" y="2607896"/>
            <a:ext cx="226708" cy="224411"/>
            <a:chOff x="3282325" y="2035675"/>
            <a:chExt cx="459575" cy="454825"/>
          </a:xfrm>
        </p:grpSpPr>
        <p:sp>
          <p:nvSpPr>
            <p:cNvPr id="446" name="Google Shape;446;p36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50" name="Google Shape;450;p36"/>
          <p:cNvGrpSpPr/>
          <p:nvPr/>
        </p:nvGrpSpPr>
        <p:grpSpPr>
          <a:xfrm>
            <a:off x="6163570" y="2582986"/>
            <a:ext cx="302017" cy="286751"/>
            <a:chOff x="6222125" y="2025975"/>
            <a:chExt cx="499450" cy="474125"/>
          </a:xfrm>
        </p:grpSpPr>
        <p:sp>
          <p:nvSpPr>
            <p:cNvPr id="451" name="Google Shape;451;p36"/>
            <p:cNvSpPr/>
            <p:nvPr/>
          </p:nvSpPr>
          <p:spPr>
            <a:xfrm>
              <a:off x="6222125" y="2025975"/>
              <a:ext cx="499450" cy="474125"/>
            </a:xfrm>
            <a:custGeom>
              <a:rect b="b" l="l" r="r" t="t"/>
              <a:pathLst>
                <a:path extrusionOk="0" h="18965" w="19978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6309175" y="2087825"/>
              <a:ext cx="350425" cy="350425"/>
            </a:xfrm>
            <a:custGeom>
              <a:rect b="b" l="l" r="r" t="t"/>
              <a:pathLst>
                <a:path extrusionOk="0" h="14017" w="14017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6431600" y="2142250"/>
              <a:ext cx="105575" cy="241575"/>
            </a:xfrm>
            <a:custGeom>
              <a:rect b="b" l="l" r="r" t="t"/>
              <a:pathLst>
                <a:path extrusionOk="0" h="9663" w="4223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54" name="Google Shape;454;p36"/>
          <p:cNvGrpSpPr/>
          <p:nvPr/>
        </p:nvGrpSpPr>
        <p:grpSpPr>
          <a:xfrm>
            <a:off x="4238527" y="1622429"/>
            <a:ext cx="226707" cy="225196"/>
            <a:chOff x="890400" y="4399350"/>
            <a:chExt cx="486600" cy="483150"/>
          </a:xfrm>
        </p:grpSpPr>
        <p:sp>
          <p:nvSpPr>
            <p:cNvPr id="455" name="Google Shape;455;p36"/>
            <p:cNvSpPr/>
            <p:nvPr/>
          </p:nvSpPr>
          <p:spPr>
            <a:xfrm>
              <a:off x="1125300" y="4503075"/>
              <a:ext cx="153800" cy="141650"/>
            </a:xfrm>
            <a:custGeom>
              <a:rect b="b" l="l" r="r" t="t"/>
              <a:pathLst>
                <a:path extrusionOk="0" h="5666" w="6152">
                  <a:moveTo>
                    <a:pt x="3044" y="1140"/>
                  </a:moveTo>
                  <a:cubicBezTo>
                    <a:pt x="3263" y="1140"/>
                    <a:pt x="3484" y="1182"/>
                    <a:pt x="3694" y="1269"/>
                  </a:cubicBezTo>
                  <a:cubicBezTo>
                    <a:pt x="4328" y="1532"/>
                    <a:pt x="4741" y="2151"/>
                    <a:pt x="4741" y="2836"/>
                  </a:cubicBezTo>
                  <a:cubicBezTo>
                    <a:pt x="4741" y="3525"/>
                    <a:pt x="4328" y="4144"/>
                    <a:pt x="3694" y="4406"/>
                  </a:cubicBezTo>
                  <a:cubicBezTo>
                    <a:pt x="3484" y="4493"/>
                    <a:pt x="3263" y="4536"/>
                    <a:pt x="3044" y="4536"/>
                  </a:cubicBezTo>
                  <a:cubicBezTo>
                    <a:pt x="2602" y="4536"/>
                    <a:pt x="2168" y="4363"/>
                    <a:pt x="1843" y="4038"/>
                  </a:cubicBezTo>
                  <a:cubicBezTo>
                    <a:pt x="1178" y="3377"/>
                    <a:pt x="1178" y="2299"/>
                    <a:pt x="1843" y="1638"/>
                  </a:cubicBezTo>
                  <a:cubicBezTo>
                    <a:pt x="2168" y="1312"/>
                    <a:pt x="2602" y="1140"/>
                    <a:pt x="3044" y="1140"/>
                  </a:cubicBezTo>
                  <a:close/>
                  <a:moveTo>
                    <a:pt x="3043" y="0"/>
                  </a:moveTo>
                  <a:cubicBezTo>
                    <a:pt x="2680" y="0"/>
                    <a:pt x="2313" y="70"/>
                    <a:pt x="1961" y="215"/>
                  </a:cubicBezTo>
                  <a:cubicBezTo>
                    <a:pt x="710" y="732"/>
                    <a:pt x="1" y="2060"/>
                    <a:pt x="264" y="3386"/>
                  </a:cubicBezTo>
                  <a:cubicBezTo>
                    <a:pt x="529" y="4709"/>
                    <a:pt x="1688" y="5666"/>
                    <a:pt x="3038" y="5666"/>
                  </a:cubicBezTo>
                  <a:cubicBezTo>
                    <a:pt x="3040" y="5666"/>
                    <a:pt x="3042" y="5666"/>
                    <a:pt x="3045" y="5666"/>
                  </a:cubicBezTo>
                  <a:cubicBezTo>
                    <a:pt x="3048" y="5666"/>
                    <a:pt x="3052" y="5666"/>
                    <a:pt x="3056" y="5666"/>
                  </a:cubicBezTo>
                  <a:cubicBezTo>
                    <a:pt x="3801" y="5666"/>
                    <a:pt x="4518" y="5367"/>
                    <a:pt x="5046" y="4838"/>
                  </a:cubicBezTo>
                  <a:cubicBezTo>
                    <a:pt x="6004" y="3884"/>
                    <a:pt x="6152" y="2386"/>
                    <a:pt x="5400" y="1260"/>
                  </a:cubicBezTo>
                  <a:cubicBezTo>
                    <a:pt x="4862" y="453"/>
                    <a:pt x="3967" y="0"/>
                    <a:pt x="3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890400" y="4399350"/>
              <a:ext cx="486600" cy="483150"/>
            </a:xfrm>
            <a:custGeom>
              <a:rect b="b" l="l" r="r" t="t"/>
              <a:pathLst>
                <a:path extrusionOk="0" h="19326" w="19464">
                  <a:moveTo>
                    <a:pt x="17908" y="1131"/>
                  </a:moveTo>
                  <a:cubicBezTo>
                    <a:pt x="18031" y="1131"/>
                    <a:pt x="18157" y="1132"/>
                    <a:pt x="18283" y="1134"/>
                  </a:cubicBezTo>
                  <a:cubicBezTo>
                    <a:pt x="18301" y="2369"/>
                    <a:pt x="18232" y="3465"/>
                    <a:pt x="18057" y="4449"/>
                  </a:cubicBezTo>
                  <a:cubicBezTo>
                    <a:pt x="16453" y="4223"/>
                    <a:pt x="15191" y="2960"/>
                    <a:pt x="14968" y="1357"/>
                  </a:cubicBezTo>
                  <a:cubicBezTo>
                    <a:pt x="15851" y="1203"/>
                    <a:pt x="16825" y="1131"/>
                    <a:pt x="17908" y="1131"/>
                  </a:cubicBezTo>
                  <a:close/>
                  <a:moveTo>
                    <a:pt x="6462" y="6683"/>
                  </a:moveTo>
                  <a:lnTo>
                    <a:pt x="6462" y="6686"/>
                  </a:lnTo>
                  <a:cubicBezTo>
                    <a:pt x="6003" y="7471"/>
                    <a:pt x="5574" y="8281"/>
                    <a:pt x="5173" y="9066"/>
                  </a:cubicBezTo>
                  <a:lnTo>
                    <a:pt x="2712" y="8839"/>
                  </a:lnTo>
                  <a:cubicBezTo>
                    <a:pt x="3545" y="7571"/>
                    <a:pt x="4952" y="6756"/>
                    <a:pt x="6462" y="6683"/>
                  </a:cubicBezTo>
                  <a:close/>
                  <a:moveTo>
                    <a:pt x="13863" y="1608"/>
                  </a:moveTo>
                  <a:cubicBezTo>
                    <a:pt x="14195" y="3637"/>
                    <a:pt x="15783" y="5225"/>
                    <a:pt x="17809" y="5557"/>
                  </a:cubicBezTo>
                  <a:cubicBezTo>
                    <a:pt x="17347" y="7209"/>
                    <a:pt x="16532" y="8534"/>
                    <a:pt x="15303" y="9718"/>
                  </a:cubicBezTo>
                  <a:cubicBezTo>
                    <a:pt x="13932" y="11043"/>
                    <a:pt x="11825" y="12218"/>
                    <a:pt x="9868" y="13221"/>
                  </a:cubicBezTo>
                  <a:lnTo>
                    <a:pt x="6196" y="9552"/>
                  </a:lnTo>
                  <a:cubicBezTo>
                    <a:pt x="7199" y="7592"/>
                    <a:pt x="8376" y="5485"/>
                    <a:pt x="9699" y="4114"/>
                  </a:cubicBezTo>
                  <a:cubicBezTo>
                    <a:pt x="10886" y="2885"/>
                    <a:pt x="12208" y="2073"/>
                    <a:pt x="13863" y="1608"/>
                  </a:cubicBezTo>
                  <a:close/>
                  <a:moveTo>
                    <a:pt x="5659" y="10612"/>
                  </a:moveTo>
                  <a:lnTo>
                    <a:pt x="8805" y="13758"/>
                  </a:lnTo>
                  <a:lnTo>
                    <a:pt x="8503" y="13909"/>
                  </a:lnTo>
                  <a:cubicBezTo>
                    <a:pt x="8237" y="14039"/>
                    <a:pt x="7984" y="14169"/>
                    <a:pt x="7736" y="14292"/>
                  </a:cubicBezTo>
                  <a:lnTo>
                    <a:pt x="5124" y="11681"/>
                  </a:lnTo>
                  <a:cubicBezTo>
                    <a:pt x="5248" y="11433"/>
                    <a:pt x="5378" y="11179"/>
                    <a:pt x="5508" y="10914"/>
                  </a:cubicBezTo>
                  <a:lnTo>
                    <a:pt x="5659" y="10612"/>
                  </a:lnTo>
                  <a:close/>
                  <a:moveTo>
                    <a:pt x="12658" y="13000"/>
                  </a:moveTo>
                  <a:lnTo>
                    <a:pt x="12658" y="13000"/>
                  </a:lnTo>
                  <a:cubicBezTo>
                    <a:pt x="12567" y="14483"/>
                    <a:pt x="11782" y="15835"/>
                    <a:pt x="10538" y="16651"/>
                  </a:cubicBezTo>
                  <a:lnTo>
                    <a:pt x="10348" y="14247"/>
                  </a:lnTo>
                  <a:cubicBezTo>
                    <a:pt x="11109" y="13858"/>
                    <a:pt x="11894" y="13441"/>
                    <a:pt x="12658" y="13000"/>
                  </a:cubicBezTo>
                  <a:close/>
                  <a:moveTo>
                    <a:pt x="4596" y="12756"/>
                  </a:moveTo>
                  <a:lnTo>
                    <a:pt x="5233" y="13393"/>
                  </a:lnTo>
                  <a:lnTo>
                    <a:pt x="4034" y="14594"/>
                  </a:lnTo>
                  <a:cubicBezTo>
                    <a:pt x="3814" y="14815"/>
                    <a:pt x="3811" y="15174"/>
                    <a:pt x="4034" y="15395"/>
                  </a:cubicBezTo>
                  <a:cubicBezTo>
                    <a:pt x="4145" y="15505"/>
                    <a:pt x="4290" y="15560"/>
                    <a:pt x="4434" y="15560"/>
                  </a:cubicBezTo>
                  <a:cubicBezTo>
                    <a:pt x="4579" y="15560"/>
                    <a:pt x="4724" y="15505"/>
                    <a:pt x="4835" y="15395"/>
                  </a:cubicBezTo>
                  <a:lnTo>
                    <a:pt x="6036" y="14193"/>
                  </a:lnTo>
                  <a:lnTo>
                    <a:pt x="6673" y="14833"/>
                  </a:lnTo>
                  <a:cubicBezTo>
                    <a:pt x="6528" y="15192"/>
                    <a:pt x="6311" y="15521"/>
                    <a:pt x="6036" y="15796"/>
                  </a:cubicBezTo>
                  <a:cubicBezTo>
                    <a:pt x="5387" y="16445"/>
                    <a:pt x="3110" y="17327"/>
                    <a:pt x="1555" y="17864"/>
                  </a:cubicBezTo>
                  <a:cubicBezTo>
                    <a:pt x="2096" y="16312"/>
                    <a:pt x="2984" y="14042"/>
                    <a:pt x="3633" y="13393"/>
                  </a:cubicBezTo>
                  <a:cubicBezTo>
                    <a:pt x="3908" y="13115"/>
                    <a:pt x="4234" y="12900"/>
                    <a:pt x="4596" y="12756"/>
                  </a:cubicBezTo>
                  <a:close/>
                  <a:moveTo>
                    <a:pt x="17939" y="0"/>
                  </a:moveTo>
                  <a:cubicBezTo>
                    <a:pt x="16582" y="0"/>
                    <a:pt x="15371" y="113"/>
                    <a:pt x="14282" y="349"/>
                  </a:cubicBezTo>
                  <a:cubicBezTo>
                    <a:pt x="14258" y="352"/>
                    <a:pt x="14234" y="358"/>
                    <a:pt x="14213" y="364"/>
                  </a:cubicBezTo>
                  <a:cubicBezTo>
                    <a:pt x="12057" y="841"/>
                    <a:pt x="10360" y="1801"/>
                    <a:pt x="8887" y="3329"/>
                  </a:cubicBezTo>
                  <a:cubicBezTo>
                    <a:pt x="8277" y="3960"/>
                    <a:pt x="7703" y="4724"/>
                    <a:pt x="7166" y="5548"/>
                  </a:cubicBezTo>
                  <a:lnTo>
                    <a:pt x="6676" y="5548"/>
                  </a:lnTo>
                  <a:cubicBezTo>
                    <a:pt x="5583" y="5548"/>
                    <a:pt x="4511" y="5856"/>
                    <a:pt x="3584" y="6436"/>
                  </a:cubicBezTo>
                  <a:cubicBezTo>
                    <a:pt x="2658" y="7016"/>
                    <a:pt x="1909" y="7837"/>
                    <a:pt x="1420" y="8815"/>
                  </a:cubicBezTo>
                  <a:lnTo>
                    <a:pt x="1284" y="9084"/>
                  </a:lnTo>
                  <a:cubicBezTo>
                    <a:pt x="1096" y="9458"/>
                    <a:pt x="1368" y="9902"/>
                    <a:pt x="1791" y="9905"/>
                  </a:cubicBezTo>
                  <a:lnTo>
                    <a:pt x="1948" y="9905"/>
                  </a:lnTo>
                  <a:lnTo>
                    <a:pt x="4623" y="10153"/>
                  </a:lnTo>
                  <a:cubicBezTo>
                    <a:pt x="4581" y="10237"/>
                    <a:pt x="4539" y="10322"/>
                    <a:pt x="4496" y="10409"/>
                  </a:cubicBezTo>
                  <a:cubicBezTo>
                    <a:pt x="4297" y="10802"/>
                    <a:pt x="4113" y="11176"/>
                    <a:pt x="3929" y="11533"/>
                  </a:cubicBezTo>
                  <a:cubicBezTo>
                    <a:pt x="3880" y="11626"/>
                    <a:pt x="3859" y="11732"/>
                    <a:pt x="3868" y="11838"/>
                  </a:cubicBezTo>
                  <a:cubicBezTo>
                    <a:pt x="3485" y="12031"/>
                    <a:pt x="3135" y="12287"/>
                    <a:pt x="2833" y="12592"/>
                  </a:cubicBezTo>
                  <a:cubicBezTo>
                    <a:pt x="1664" y="13761"/>
                    <a:pt x="275" y="18097"/>
                    <a:pt x="121" y="18586"/>
                  </a:cubicBezTo>
                  <a:cubicBezTo>
                    <a:pt x="1" y="18966"/>
                    <a:pt x="294" y="19325"/>
                    <a:pt x="657" y="19325"/>
                  </a:cubicBezTo>
                  <a:cubicBezTo>
                    <a:pt x="713" y="19325"/>
                    <a:pt x="770" y="19317"/>
                    <a:pt x="828" y="19299"/>
                  </a:cubicBezTo>
                  <a:cubicBezTo>
                    <a:pt x="1320" y="19145"/>
                    <a:pt x="5665" y="17765"/>
                    <a:pt x="6836" y="16593"/>
                  </a:cubicBezTo>
                  <a:cubicBezTo>
                    <a:pt x="7144" y="16288"/>
                    <a:pt x="7398" y="15935"/>
                    <a:pt x="7594" y="15549"/>
                  </a:cubicBezTo>
                  <a:lnTo>
                    <a:pt x="7628" y="15549"/>
                  </a:lnTo>
                  <a:cubicBezTo>
                    <a:pt x="7715" y="15549"/>
                    <a:pt x="7806" y="15527"/>
                    <a:pt x="7884" y="15485"/>
                  </a:cubicBezTo>
                  <a:cubicBezTo>
                    <a:pt x="8240" y="15304"/>
                    <a:pt x="8615" y="15117"/>
                    <a:pt x="9010" y="14920"/>
                  </a:cubicBezTo>
                  <a:lnTo>
                    <a:pt x="9255" y="14797"/>
                  </a:lnTo>
                  <a:lnTo>
                    <a:pt x="9463" y="17418"/>
                  </a:lnTo>
                  <a:lnTo>
                    <a:pt x="9463" y="17578"/>
                  </a:lnTo>
                  <a:cubicBezTo>
                    <a:pt x="9463" y="17906"/>
                    <a:pt x="9732" y="18144"/>
                    <a:pt x="10028" y="18144"/>
                  </a:cubicBezTo>
                  <a:cubicBezTo>
                    <a:pt x="10113" y="18144"/>
                    <a:pt x="10201" y="18124"/>
                    <a:pt x="10285" y="18082"/>
                  </a:cubicBezTo>
                  <a:lnTo>
                    <a:pt x="10553" y="17946"/>
                  </a:lnTo>
                  <a:cubicBezTo>
                    <a:pt x="12543" y="16950"/>
                    <a:pt x="13802" y="14914"/>
                    <a:pt x="13799" y="12689"/>
                  </a:cubicBezTo>
                  <a:lnTo>
                    <a:pt x="13799" y="12303"/>
                  </a:lnTo>
                  <a:cubicBezTo>
                    <a:pt x="14654" y="11750"/>
                    <a:pt x="15442" y="11161"/>
                    <a:pt x="16091" y="10536"/>
                  </a:cubicBezTo>
                  <a:cubicBezTo>
                    <a:pt x="17619" y="9060"/>
                    <a:pt x="18582" y="7366"/>
                    <a:pt x="19059" y="5207"/>
                  </a:cubicBezTo>
                  <a:cubicBezTo>
                    <a:pt x="19065" y="5186"/>
                    <a:pt x="19068" y="5165"/>
                    <a:pt x="19071" y="5140"/>
                  </a:cubicBezTo>
                  <a:cubicBezTo>
                    <a:pt x="19361" y="3809"/>
                    <a:pt x="19464" y="2302"/>
                    <a:pt x="19403" y="563"/>
                  </a:cubicBezTo>
                  <a:cubicBezTo>
                    <a:pt x="19394" y="264"/>
                    <a:pt x="19156" y="25"/>
                    <a:pt x="18857" y="16"/>
                  </a:cubicBezTo>
                  <a:cubicBezTo>
                    <a:pt x="18544" y="6"/>
                    <a:pt x="18238" y="0"/>
                    <a:pt x="17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1106975" y="4639875"/>
              <a:ext cx="28325" cy="28325"/>
            </a:xfrm>
            <a:custGeom>
              <a:rect b="b" l="l" r="r" t="t"/>
              <a:pathLst>
                <a:path extrusionOk="0" h="1133" w="1133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3"/>
                    <a:pt x="565" y="1133"/>
                  </a:cubicBezTo>
                  <a:cubicBezTo>
                    <a:pt x="879" y="1133"/>
                    <a:pt x="1132" y="879"/>
                    <a:pt x="1132" y="568"/>
                  </a:cubicBezTo>
                  <a:cubicBezTo>
                    <a:pt x="1132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458" name="Google Shape;458;p36"/>
          <p:cNvCxnSpPr>
            <a:stCxn id="436" idx="6"/>
            <a:endCxn id="440" idx="2"/>
          </p:cNvCxnSpPr>
          <p:nvPr/>
        </p:nvCxnSpPr>
        <p:spPr>
          <a:xfrm flipH="1" rot="10800000">
            <a:off x="2810463" y="1732188"/>
            <a:ext cx="1288800" cy="98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6"/>
          <p:cNvCxnSpPr>
            <a:stCxn id="440" idx="6"/>
            <a:endCxn id="441" idx="2"/>
          </p:cNvCxnSpPr>
          <p:nvPr/>
        </p:nvCxnSpPr>
        <p:spPr>
          <a:xfrm>
            <a:off x="4626950" y="1732250"/>
            <a:ext cx="1431300" cy="98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36"/>
          <p:cNvSpPr/>
          <p:nvPr/>
        </p:nvSpPr>
        <p:spPr>
          <a:xfrm>
            <a:off x="7911713" y="1471175"/>
            <a:ext cx="527700" cy="527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1" name="Google Shape;461;p36"/>
          <p:cNvGrpSpPr/>
          <p:nvPr/>
        </p:nvGrpSpPr>
        <p:grpSpPr>
          <a:xfrm>
            <a:off x="8016995" y="1597923"/>
            <a:ext cx="302017" cy="286751"/>
            <a:chOff x="6222125" y="2025975"/>
            <a:chExt cx="499450" cy="474125"/>
          </a:xfrm>
        </p:grpSpPr>
        <p:sp>
          <p:nvSpPr>
            <p:cNvPr id="462" name="Google Shape;462;p36"/>
            <p:cNvSpPr/>
            <p:nvPr/>
          </p:nvSpPr>
          <p:spPr>
            <a:xfrm>
              <a:off x="6222125" y="2025975"/>
              <a:ext cx="499450" cy="474125"/>
            </a:xfrm>
            <a:custGeom>
              <a:rect b="b" l="l" r="r" t="t"/>
              <a:pathLst>
                <a:path extrusionOk="0" h="18965" w="19978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6309175" y="2087825"/>
              <a:ext cx="350425" cy="350425"/>
            </a:xfrm>
            <a:custGeom>
              <a:rect b="b" l="l" r="r" t="t"/>
              <a:pathLst>
                <a:path extrusionOk="0" h="14017" w="14017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6431600" y="2142250"/>
              <a:ext cx="105575" cy="241575"/>
            </a:xfrm>
            <a:custGeom>
              <a:rect b="b" l="l" r="r" t="t"/>
              <a:pathLst>
                <a:path extrusionOk="0" h="9663" w="4223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465" name="Google Shape;465;p36"/>
          <p:cNvCxnSpPr>
            <a:stCxn id="441" idx="6"/>
            <a:endCxn id="460" idx="2"/>
          </p:cNvCxnSpPr>
          <p:nvPr/>
        </p:nvCxnSpPr>
        <p:spPr>
          <a:xfrm flipH="1" rot="10800000">
            <a:off x="6585988" y="1734888"/>
            <a:ext cx="1325700" cy="98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36"/>
          <p:cNvSpPr txBox="1"/>
          <p:nvPr/>
        </p:nvSpPr>
        <p:spPr>
          <a:xfrm>
            <a:off x="1830987" y="3062013"/>
            <a:ext cx="1431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Analyze</a:t>
            </a:r>
            <a:endParaRPr sz="20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1830987" y="3572315"/>
            <a:ext cx="143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Inputs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Outputs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Relationships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8" name="Google Shape;468;p36"/>
          <p:cNvSpPr txBox="1"/>
          <p:nvPr/>
        </p:nvSpPr>
        <p:spPr>
          <a:xfrm>
            <a:off x="3643512" y="2074188"/>
            <a:ext cx="1431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Trace</a:t>
            </a:r>
            <a:endParaRPr sz="20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9" name="Google Shape;469;p36"/>
          <p:cNvSpPr txBox="1"/>
          <p:nvPr/>
        </p:nvSpPr>
        <p:spPr>
          <a:xfrm>
            <a:off x="3643512" y="2584490"/>
            <a:ext cx="143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Graphs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Wallets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Fund flows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0" name="Google Shape;470;p36"/>
          <p:cNvSpPr txBox="1"/>
          <p:nvPr/>
        </p:nvSpPr>
        <p:spPr>
          <a:xfrm>
            <a:off x="5606512" y="3062013"/>
            <a:ext cx="1431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Detect</a:t>
            </a:r>
            <a:endParaRPr sz="20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71" name="Google Shape;471;p36"/>
          <p:cNvSpPr txBox="1"/>
          <p:nvPr/>
        </p:nvSpPr>
        <p:spPr>
          <a:xfrm>
            <a:off x="5606512" y="3572315"/>
            <a:ext cx="143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Anomalies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Fraud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Obfuscations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2" name="Google Shape;472;p36"/>
          <p:cNvSpPr txBox="1"/>
          <p:nvPr/>
        </p:nvSpPr>
        <p:spPr>
          <a:xfrm>
            <a:off x="7459937" y="2074188"/>
            <a:ext cx="1431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Correlate</a:t>
            </a:r>
            <a:endParaRPr sz="20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73" name="Google Shape;473;p36"/>
          <p:cNvSpPr txBox="1"/>
          <p:nvPr/>
        </p:nvSpPr>
        <p:spPr>
          <a:xfrm>
            <a:off x="7373375" y="2584500"/>
            <a:ext cx="160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External Evidence 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Attribution</a:t>
            </a:r>
            <a:endParaRPr sz="12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7"/>
          <p:cNvSpPr txBox="1"/>
          <p:nvPr>
            <p:ph idx="9" type="title"/>
          </p:nvPr>
        </p:nvSpPr>
        <p:spPr>
          <a:xfrm>
            <a:off x="5791775" y="1420425"/>
            <a:ext cx="251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ML Anomaly </a:t>
            </a:r>
            <a:r>
              <a:rPr lang="en" sz="1500"/>
              <a:t>Detection</a:t>
            </a:r>
            <a:endParaRPr sz="1500"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APPROACHES</a:t>
            </a:r>
            <a:endParaRPr/>
          </a:p>
        </p:txBody>
      </p:sp>
      <p:sp>
        <p:nvSpPr>
          <p:cNvPr id="480" name="Google Shape;480;p37"/>
          <p:cNvSpPr txBox="1"/>
          <p:nvPr>
            <p:ph idx="2" type="title"/>
          </p:nvPr>
        </p:nvSpPr>
        <p:spPr>
          <a:xfrm>
            <a:off x="894525" y="142042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Visualization</a:t>
            </a:r>
            <a:endParaRPr sz="1500"/>
          </a:p>
        </p:txBody>
      </p:sp>
      <p:sp>
        <p:nvSpPr>
          <p:cNvPr id="481" name="Google Shape;481;p37"/>
          <p:cNvSpPr txBox="1"/>
          <p:nvPr>
            <p:ph idx="1" type="subTitle"/>
          </p:nvPr>
        </p:nvSpPr>
        <p:spPr>
          <a:xfrm>
            <a:off x="837313" y="1739638"/>
            <a:ext cx="21015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Human-centered investigation explores complex wallet relationships and transaction activity</a:t>
            </a:r>
            <a:endParaRPr sz="1200"/>
          </a:p>
        </p:txBody>
      </p:sp>
      <p:sp>
        <p:nvSpPr>
          <p:cNvPr id="482" name="Google Shape;482;p37"/>
          <p:cNvSpPr txBox="1"/>
          <p:nvPr>
            <p:ph idx="3" type="title"/>
          </p:nvPr>
        </p:nvSpPr>
        <p:spPr>
          <a:xfrm>
            <a:off x="3372301" y="142042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Graph Analysis</a:t>
            </a:r>
            <a:endParaRPr sz="1500"/>
          </a:p>
        </p:txBody>
      </p:sp>
      <p:sp>
        <p:nvSpPr>
          <p:cNvPr id="483" name="Google Shape;483;p37"/>
          <p:cNvSpPr txBox="1"/>
          <p:nvPr>
            <p:ph idx="5" type="title"/>
          </p:nvPr>
        </p:nvSpPr>
        <p:spPr>
          <a:xfrm>
            <a:off x="1977950" y="2966500"/>
            <a:ext cx="2384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Obfuscation Analysis</a:t>
            </a:r>
            <a:endParaRPr sz="1500"/>
          </a:p>
        </p:txBody>
      </p:sp>
      <p:sp>
        <p:nvSpPr>
          <p:cNvPr id="484" name="Google Shape;484;p37"/>
          <p:cNvSpPr txBox="1"/>
          <p:nvPr>
            <p:ph idx="7" type="title"/>
          </p:nvPr>
        </p:nvSpPr>
        <p:spPr>
          <a:xfrm>
            <a:off x="4654775" y="2966500"/>
            <a:ext cx="2253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Forensic Evidence</a:t>
            </a:r>
            <a:endParaRPr sz="1500"/>
          </a:p>
        </p:txBody>
      </p:sp>
      <p:grpSp>
        <p:nvGrpSpPr>
          <p:cNvPr id="485" name="Google Shape;485;p37"/>
          <p:cNvGrpSpPr/>
          <p:nvPr/>
        </p:nvGrpSpPr>
        <p:grpSpPr>
          <a:xfrm>
            <a:off x="8377835" y="1017720"/>
            <a:ext cx="492036" cy="492056"/>
            <a:chOff x="238125" y="1209825"/>
            <a:chExt cx="621650" cy="621675"/>
          </a:xfrm>
        </p:grpSpPr>
        <p:sp>
          <p:nvSpPr>
            <p:cNvPr id="486" name="Google Shape;486;p3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37"/>
          <p:cNvGrpSpPr/>
          <p:nvPr/>
        </p:nvGrpSpPr>
        <p:grpSpPr>
          <a:xfrm>
            <a:off x="2999895" y="2644530"/>
            <a:ext cx="340221" cy="340168"/>
            <a:chOff x="3270475" y="1427025"/>
            <a:chExt cx="483200" cy="483125"/>
          </a:xfrm>
        </p:grpSpPr>
        <p:sp>
          <p:nvSpPr>
            <p:cNvPr id="495" name="Google Shape;495;p37"/>
            <p:cNvSpPr/>
            <p:nvPr/>
          </p:nvSpPr>
          <p:spPr>
            <a:xfrm>
              <a:off x="3270475" y="1427025"/>
              <a:ext cx="483200" cy="483125"/>
            </a:xfrm>
            <a:custGeom>
              <a:rect b="b" l="l" r="r" t="t"/>
              <a:pathLst>
                <a:path extrusionOk="0" h="19325" w="19328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3497550" y="1596875"/>
              <a:ext cx="87650" cy="141525"/>
            </a:xfrm>
            <a:custGeom>
              <a:rect b="b" l="l" r="r" t="t"/>
              <a:pathLst>
                <a:path extrusionOk="0" h="5661" w="3506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3327100" y="1483625"/>
              <a:ext cx="369975" cy="369925"/>
            </a:xfrm>
            <a:custGeom>
              <a:rect b="b" l="l" r="r" t="t"/>
              <a:pathLst>
                <a:path extrusionOk="0" h="14797" w="14799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98" name="Google Shape;498;p37"/>
          <p:cNvSpPr txBox="1"/>
          <p:nvPr>
            <p:ph idx="1" type="subTitle"/>
          </p:nvPr>
        </p:nvSpPr>
        <p:spPr>
          <a:xfrm>
            <a:off x="3343688" y="1739638"/>
            <a:ext cx="21015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Relationship modelling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represents connections between addresses, wallets and transactions.</a:t>
            </a:r>
            <a:endParaRPr sz="1200"/>
          </a:p>
        </p:txBody>
      </p:sp>
      <p:sp>
        <p:nvSpPr>
          <p:cNvPr id="499" name="Google Shape;499;p37"/>
          <p:cNvSpPr txBox="1"/>
          <p:nvPr>
            <p:ph idx="1" type="subTitle"/>
          </p:nvPr>
        </p:nvSpPr>
        <p:spPr>
          <a:xfrm>
            <a:off x="5998463" y="1739638"/>
            <a:ext cx="21015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Automated detection identifies suspicious or unusual transaction patterns.</a:t>
            </a:r>
            <a:endParaRPr sz="1200"/>
          </a:p>
        </p:txBody>
      </p:sp>
      <p:sp>
        <p:nvSpPr>
          <p:cNvPr id="500" name="Google Shape;500;p37"/>
          <p:cNvSpPr txBox="1"/>
          <p:nvPr>
            <p:ph idx="1" type="subTitle"/>
          </p:nvPr>
        </p:nvSpPr>
        <p:spPr>
          <a:xfrm>
            <a:off x="2134513" y="3348413"/>
            <a:ext cx="21015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Tracing under adversarial conditions addresses mixing and other techniques that complicate fund tracing.</a:t>
            </a:r>
            <a:endParaRPr sz="1200"/>
          </a:p>
        </p:txBody>
      </p:sp>
      <p:sp>
        <p:nvSpPr>
          <p:cNvPr id="501" name="Google Shape;501;p37"/>
          <p:cNvSpPr txBox="1"/>
          <p:nvPr>
            <p:ph idx="1" type="subTitle"/>
          </p:nvPr>
        </p:nvSpPr>
        <p:spPr>
          <a:xfrm>
            <a:off x="4640888" y="3348413"/>
            <a:ext cx="21015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Evidence correlation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combines blockchain observations with relevant external evidence.</a:t>
            </a:r>
            <a:endParaRPr sz="1200"/>
          </a:p>
        </p:txBody>
      </p:sp>
      <p:sp>
        <p:nvSpPr>
          <p:cNvPr id="502" name="Google Shape;502;p37"/>
          <p:cNvSpPr/>
          <p:nvPr/>
        </p:nvSpPr>
        <p:spPr>
          <a:xfrm flipH="1">
            <a:off x="742050" y="4471175"/>
            <a:ext cx="7659900" cy="492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0E2A47"/>
                </a:solidFill>
              </a:rPr>
              <a:t>Existing approaches address different parts of cryptocurrency investigation, but their capabilities remain fragmented rather than forming a complete forensic workflow.</a:t>
            </a:r>
            <a:endParaRPr b="1" i="1" sz="1200">
              <a:solidFill>
                <a:srgbClr val="0E2A47"/>
              </a:solidFill>
            </a:endParaRPr>
          </a:p>
        </p:txBody>
      </p:sp>
      <p:grpSp>
        <p:nvGrpSpPr>
          <p:cNvPr id="503" name="Google Shape;503;p37"/>
          <p:cNvGrpSpPr/>
          <p:nvPr/>
        </p:nvGrpSpPr>
        <p:grpSpPr>
          <a:xfrm>
            <a:off x="345297" y="4413920"/>
            <a:ext cx="492036" cy="492056"/>
            <a:chOff x="238125" y="1209825"/>
            <a:chExt cx="621650" cy="621675"/>
          </a:xfrm>
        </p:grpSpPr>
        <p:sp>
          <p:nvSpPr>
            <p:cNvPr id="504" name="Google Shape;504;p3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" name="Google Shape;512;p37"/>
          <p:cNvGrpSpPr/>
          <p:nvPr/>
        </p:nvGrpSpPr>
        <p:grpSpPr>
          <a:xfrm>
            <a:off x="5519344" y="2641400"/>
            <a:ext cx="344610" cy="346443"/>
            <a:chOff x="-3852025" y="2764950"/>
            <a:chExt cx="291450" cy="293000"/>
          </a:xfrm>
        </p:grpSpPr>
        <p:sp>
          <p:nvSpPr>
            <p:cNvPr id="513" name="Google Shape;513;p37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75" lIns="74875" spcFirstLastPara="1" rIns="74875" wrap="square" tIns="74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4875" lIns="74875" spcFirstLastPara="1" rIns="74875" wrap="square" tIns="74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37"/>
          <p:cNvGrpSpPr/>
          <p:nvPr/>
        </p:nvGrpSpPr>
        <p:grpSpPr>
          <a:xfrm>
            <a:off x="1717411" y="1095375"/>
            <a:ext cx="340223" cy="336752"/>
            <a:chOff x="3282325" y="2035675"/>
            <a:chExt cx="459575" cy="454825"/>
          </a:xfrm>
        </p:grpSpPr>
        <p:sp>
          <p:nvSpPr>
            <p:cNvPr id="516" name="Google Shape;516;p37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7200" lIns="137200" spcFirstLastPara="1" rIns="137200" wrap="square" tIns="13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1">
                <a:solidFill>
                  <a:srgbClr val="435D74"/>
                </a:solidFill>
              </a:endParaRPr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7200" lIns="137200" spcFirstLastPara="1" rIns="137200" wrap="square" tIns="13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1">
                <a:solidFill>
                  <a:srgbClr val="435D74"/>
                </a:solidFill>
              </a:endParaRPr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7200" lIns="137200" spcFirstLastPara="1" rIns="137200" wrap="square" tIns="13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1">
                <a:solidFill>
                  <a:srgbClr val="435D74"/>
                </a:solidFill>
              </a:endParaRPr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7200" lIns="137200" spcFirstLastPara="1" rIns="137200" wrap="square" tIns="13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1">
                <a:solidFill>
                  <a:srgbClr val="435D74"/>
                </a:solidFill>
              </a:endParaRPr>
            </a:p>
          </p:txBody>
        </p:sp>
      </p:grpSp>
      <p:sp>
        <p:nvSpPr>
          <p:cNvPr id="520" name="Google Shape;520;p37"/>
          <p:cNvSpPr/>
          <p:nvPr/>
        </p:nvSpPr>
        <p:spPr>
          <a:xfrm>
            <a:off x="6845623" y="1017737"/>
            <a:ext cx="407204" cy="406095"/>
          </a:xfrm>
          <a:custGeom>
            <a:rect b="b" l="l" r="r" t="t"/>
            <a:pathLst>
              <a:path extrusionOk="0" h="12036" w="12068">
                <a:moveTo>
                  <a:pt x="4222" y="630"/>
                </a:moveTo>
                <a:cubicBezTo>
                  <a:pt x="5010" y="630"/>
                  <a:pt x="5640" y="1292"/>
                  <a:pt x="5640" y="2048"/>
                </a:cubicBezTo>
                <a:lnTo>
                  <a:pt x="5640" y="9767"/>
                </a:lnTo>
                <a:cubicBezTo>
                  <a:pt x="5703" y="10617"/>
                  <a:pt x="5073" y="11311"/>
                  <a:pt x="4285" y="11311"/>
                </a:cubicBezTo>
                <a:cubicBezTo>
                  <a:pt x="3498" y="11311"/>
                  <a:pt x="2868" y="10680"/>
                  <a:pt x="2868" y="9893"/>
                </a:cubicBezTo>
                <a:lnTo>
                  <a:pt x="2868" y="9830"/>
                </a:lnTo>
                <a:cubicBezTo>
                  <a:pt x="3403" y="9767"/>
                  <a:pt x="3907" y="9515"/>
                  <a:pt x="4254" y="9137"/>
                </a:cubicBezTo>
                <a:cubicBezTo>
                  <a:pt x="4380" y="9011"/>
                  <a:pt x="4380" y="8790"/>
                  <a:pt x="4254" y="8633"/>
                </a:cubicBezTo>
                <a:cubicBezTo>
                  <a:pt x="4191" y="8570"/>
                  <a:pt x="4104" y="8538"/>
                  <a:pt x="4014" y="8538"/>
                </a:cubicBezTo>
                <a:cubicBezTo>
                  <a:pt x="3923" y="8538"/>
                  <a:pt x="3829" y="8570"/>
                  <a:pt x="3750" y="8633"/>
                </a:cubicBezTo>
                <a:cubicBezTo>
                  <a:pt x="3435" y="8948"/>
                  <a:pt x="2962" y="9137"/>
                  <a:pt x="2490" y="9137"/>
                </a:cubicBezTo>
                <a:cubicBezTo>
                  <a:pt x="1513" y="9137"/>
                  <a:pt x="725" y="8349"/>
                  <a:pt x="725" y="7372"/>
                </a:cubicBezTo>
                <a:cubicBezTo>
                  <a:pt x="725" y="7057"/>
                  <a:pt x="788" y="6742"/>
                  <a:pt x="946" y="6490"/>
                </a:cubicBezTo>
                <a:cubicBezTo>
                  <a:pt x="1387" y="6805"/>
                  <a:pt x="1891" y="6994"/>
                  <a:pt x="2490" y="6994"/>
                </a:cubicBezTo>
                <a:cubicBezTo>
                  <a:pt x="2679" y="6994"/>
                  <a:pt x="2836" y="6837"/>
                  <a:pt x="2836" y="6648"/>
                </a:cubicBezTo>
                <a:cubicBezTo>
                  <a:pt x="2836" y="6459"/>
                  <a:pt x="2679" y="6301"/>
                  <a:pt x="2490" y="6301"/>
                </a:cubicBezTo>
                <a:cubicBezTo>
                  <a:pt x="1513" y="6301"/>
                  <a:pt x="725" y="5514"/>
                  <a:pt x="725" y="4537"/>
                </a:cubicBezTo>
                <a:cubicBezTo>
                  <a:pt x="725" y="3623"/>
                  <a:pt x="1387" y="2899"/>
                  <a:pt x="2238" y="2804"/>
                </a:cubicBezTo>
                <a:cubicBezTo>
                  <a:pt x="2521" y="3623"/>
                  <a:pt x="3309" y="4159"/>
                  <a:pt x="4222" y="4159"/>
                </a:cubicBezTo>
                <a:cubicBezTo>
                  <a:pt x="4411" y="4159"/>
                  <a:pt x="4569" y="4001"/>
                  <a:pt x="4569" y="3812"/>
                </a:cubicBezTo>
                <a:cubicBezTo>
                  <a:pt x="4569" y="3623"/>
                  <a:pt x="4411" y="3466"/>
                  <a:pt x="4222" y="3466"/>
                </a:cubicBezTo>
                <a:cubicBezTo>
                  <a:pt x="3435" y="3466"/>
                  <a:pt x="2805" y="2836"/>
                  <a:pt x="2805" y="2048"/>
                </a:cubicBezTo>
                <a:cubicBezTo>
                  <a:pt x="2805" y="1261"/>
                  <a:pt x="3435" y="630"/>
                  <a:pt x="4222" y="630"/>
                </a:cubicBezTo>
                <a:close/>
                <a:moveTo>
                  <a:pt x="7814" y="788"/>
                </a:moveTo>
                <a:cubicBezTo>
                  <a:pt x="8602" y="788"/>
                  <a:pt x="9232" y="1418"/>
                  <a:pt x="9232" y="2206"/>
                </a:cubicBezTo>
                <a:cubicBezTo>
                  <a:pt x="9232" y="2993"/>
                  <a:pt x="8602" y="3623"/>
                  <a:pt x="7814" y="3623"/>
                </a:cubicBezTo>
                <a:cubicBezTo>
                  <a:pt x="7593" y="3623"/>
                  <a:pt x="7436" y="3781"/>
                  <a:pt x="7436" y="3970"/>
                </a:cubicBezTo>
                <a:cubicBezTo>
                  <a:pt x="7436" y="4159"/>
                  <a:pt x="7593" y="4316"/>
                  <a:pt x="7814" y="4316"/>
                </a:cubicBezTo>
                <a:cubicBezTo>
                  <a:pt x="8696" y="4316"/>
                  <a:pt x="9484" y="3749"/>
                  <a:pt x="9767" y="2962"/>
                </a:cubicBezTo>
                <a:cubicBezTo>
                  <a:pt x="10649" y="3056"/>
                  <a:pt x="11311" y="3812"/>
                  <a:pt x="11311" y="4695"/>
                </a:cubicBezTo>
                <a:cubicBezTo>
                  <a:pt x="11311" y="5671"/>
                  <a:pt x="10523" y="6459"/>
                  <a:pt x="9547" y="6459"/>
                </a:cubicBezTo>
                <a:cubicBezTo>
                  <a:pt x="9326" y="6459"/>
                  <a:pt x="9169" y="6616"/>
                  <a:pt x="9169" y="6805"/>
                </a:cubicBezTo>
                <a:cubicBezTo>
                  <a:pt x="9169" y="6994"/>
                  <a:pt x="9326" y="7152"/>
                  <a:pt x="9547" y="7152"/>
                </a:cubicBezTo>
                <a:cubicBezTo>
                  <a:pt x="10114" y="7152"/>
                  <a:pt x="10649" y="6963"/>
                  <a:pt x="11059" y="6648"/>
                </a:cubicBezTo>
                <a:cubicBezTo>
                  <a:pt x="11217" y="6931"/>
                  <a:pt x="11311" y="7215"/>
                  <a:pt x="11311" y="7530"/>
                </a:cubicBezTo>
                <a:cubicBezTo>
                  <a:pt x="11374" y="8381"/>
                  <a:pt x="10586" y="9168"/>
                  <a:pt x="9610" y="9168"/>
                </a:cubicBezTo>
                <a:cubicBezTo>
                  <a:pt x="9137" y="9168"/>
                  <a:pt x="8696" y="8979"/>
                  <a:pt x="8350" y="8664"/>
                </a:cubicBezTo>
                <a:cubicBezTo>
                  <a:pt x="8287" y="8601"/>
                  <a:pt x="8200" y="8570"/>
                  <a:pt x="8109" y="8570"/>
                </a:cubicBezTo>
                <a:cubicBezTo>
                  <a:pt x="8019" y="8570"/>
                  <a:pt x="7924" y="8601"/>
                  <a:pt x="7845" y="8664"/>
                </a:cubicBezTo>
                <a:cubicBezTo>
                  <a:pt x="7719" y="8790"/>
                  <a:pt x="7719" y="9011"/>
                  <a:pt x="7845" y="9168"/>
                </a:cubicBezTo>
                <a:cubicBezTo>
                  <a:pt x="8224" y="9578"/>
                  <a:pt x="8696" y="9798"/>
                  <a:pt x="9232" y="9893"/>
                </a:cubicBezTo>
                <a:lnTo>
                  <a:pt x="9232" y="9924"/>
                </a:lnTo>
                <a:cubicBezTo>
                  <a:pt x="9232" y="10712"/>
                  <a:pt x="8602" y="11342"/>
                  <a:pt x="7814" y="11342"/>
                </a:cubicBezTo>
                <a:cubicBezTo>
                  <a:pt x="7026" y="11342"/>
                  <a:pt x="6396" y="10680"/>
                  <a:pt x="6396" y="9924"/>
                </a:cubicBezTo>
                <a:lnTo>
                  <a:pt x="6396" y="2206"/>
                </a:lnTo>
                <a:cubicBezTo>
                  <a:pt x="6396" y="1418"/>
                  <a:pt x="7058" y="788"/>
                  <a:pt x="7814" y="788"/>
                </a:cubicBezTo>
                <a:close/>
                <a:moveTo>
                  <a:pt x="4254" y="0"/>
                </a:moveTo>
                <a:cubicBezTo>
                  <a:pt x="3088" y="0"/>
                  <a:pt x="2143" y="977"/>
                  <a:pt x="2143" y="2111"/>
                </a:cubicBezTo>
                <a:lnTo>
                  <a:pt x="2143" y="2174"/>
                </a:lnTo>
                <a:cubicBezTo>
                  <a:pt x="946" y="2332"/>
                  <a:pt x="1" y="3340"/>
                  <a:pt x="1" y="4600"/>
                </a:cubicBezTo>
                <a:cubicBezTo>
                  <a:pt x="1" y="5104"/>
                  <a:pt x="158" y="5640"/>
                  <a:pt x="442" y="6018"/>
                </a:cubicBezTo>
                <a:cubicBezTo>
                  <a:pt x="158" y="6427"/>
                  <a:pt x="1" y="6931"/>
                  <a:pt x="1" y="7435"/>
                </a:cubicBezTo>
                <a:cubicBezTo>
                  <a:pt x="1" y="8696"/>
                  <a:pt x="946" y="9735"/>
                  <a:pt x="2143" y="9861"/>
                </a:cubicBezTo>
                <a:lnTo>
                  <a:pt x="2143" y="9924"/>
                </a:lnTo>
                <a:cubicBezTo>
                  <a:pt x="2143" y="11090"/>
                  <a:pt x="3088" y="12035"/>
                  <a:pt x="4254" y="12035"/>
                </a:cubicBezTo>
                <a:cubicBezTo>
                  <a:pt x="5010" y="12035"/>
                  <a:pt x="5640" y="11657"/>
                  <a:pt x="6050" y="11058"/>
                </a:cubicBezTo>
                <a:cubicBezTo>
                  <a:pt x="6428" y="11657"/>
                  <a:pt x="7089" y="12035"/>
                  <a:pt x="7814" y="12035"/>
                </a:cubicBezTo>
                <a:cubicBezTo>
                  <a:pt x="8980" y="12035"/>
                  <a:pt x="9925" y="11058"/>
                  <a:pt x="9925" y="9924"/>
                </a:cubicBezTo>
                <a:lnTo>
                  <a:pt x="9925" y="9861"/>
                </a:lnTo>
                <a:cubicBezTo>
                  <a:pt x="11122" y="9704"/>
                  <a:pt x="12067" y="8696"/>
                  <a:pt x="12067" y="7435"/>
                </a:cubicBezTo>
                <a:cubicBezTo>
                  <a:pt x="12067" y="6931"/>
                  <a:pt x="11910" y="6459"/>
                  <a:pt x="11626" y="6018"/>
                </a:cubicBezTo>
                <a:cubicBezTo>
                  <a:pt x="11910" y="5577"/>
                  <a:pt x="12067" y="5104"/>
                  <a:pt x="12067" y="4600"/>
                </a:cubicBezTo>
                <a:cubicBezTo>
                  <a:pt x="12067" y="3371"/>
                  <a:pt x="11154" y="2363"/>
                  <a:pt x="9925" y="2174"/>
                </a:cubicBezTo>
                <a:lnTo>
                  <a:pt x="9925" y="2111"/>
                </a:lnTo>
                <a:cubicBezTo>
                  <a:pt x="9925" y="945"/>
                  <a:pt x="8980" y="0"/>
                  <a:pt x="7814" y="0"/>
                </a:cubicBezTo>
                <a:cubicBezTo>
                  <a:pt x="7089" y="0"/>
                  <a:pt x="6428" y="378"/>
                  <a:pt x="6050" y="977"/>
                </a:cubicBezTo>
                <a:cubicBezTo>
                  <a:pt x="5640" y="378"/>
                  <a:pt x="4979" y="0"/>
                  <a:pt x="42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1" name="Google Shape;521;p37"/>
          <p:cNvGrpSpPr/>
          <p:nvPr/>
        </p:nvGrpSpPr>
        <p:grpSpPr>
          <a:xfrm>
            <a:off x="4191382" y="1060710"/>
            <a:ext cx="406125" cy="406095"/>
            <a:chOff x="-46772025" y="2701925"/>
            <a:chExt cx="300900" cy="300900"/>
          </a:xfrm>
        </p:grpSpPr>
        <p:sp>
          <p:nvSpPr>
            <p:cNvPr id="522" name="Google Shape;522;p37"/>
            <p:cNvSpPr/>
            <p:nvPr/>
          </p:nvSpPr>
          <p:spPr>
            <a:xfrm>
              <a:off x="-46647575" y="2826375"/>
              <a:ext cx="53575" cy="53575"/>
            </a:xfrm>
            <a:custGeom>
              <a:rect b="b" l="l" r="r" t="t"/>
              <a:pathLst>
                <a:path extrusionOk="0" h="2143" w="2143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29"/>
                    <a:pt x="1261" y="1387"/>
                    <a:pt x="1072" y="1387"/>
                  </a:cubicBezTo>
                  <a:cubicBezTo>
                    <a:pt x="883" y="1387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2"/>
                  </a:cubicBezTo>
                  <a:cubicBezTo>
                    <a:pt x="2112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-46772025" y="2701925"/>
              <a:ext cx="300900" cy="300900"/>
            </a:xfrm>
            <a:custGeom>
              <a:rect b="b" l="l" r="r" t="t"/>
              <a:pathLst>
                <a:path extrusionOk="0" h="12036" w="12036">
                  <a:moveTo>
                    <a:pt x="6365" y="1482"/>
                  </a:moveTo>
                  <a:cubicBezTo>
                    <a:pt x="8602" y="1639"/>
                    <a:pt x="10429" y="3466"/>
                    <a:pt x="10587" y="5672"/>
                  </a:cubicBezTo>
                  <a:lnTo>
                    <a:pt x="9862" y="5672"/>
                  </a:lnTo>
                  <a:cubicBezTo>
                    <a:pt x="9704" y="3813"/>
                    <a:pt x="8224" y="2301"/>
                    <a:pt x="6365" y="2143"/>
                  </a:cubicBezTo>
                  <a:lnTo>
                    <a:pt x="6365" y="1482"/>
                  </a:lnTo>
                  <a:close/>
                  <a:moveTo>
                    <a:pt x="5703" y="1482"/>
                  </a:moveTo>
                  <a:lnTo>
                    <a:pt x="5703" y="2206"/>
                  </a:lnTo>
                  <a:cubicBezTo>
                    <a:pt x="3845" y="2364"/>
                    <a:pt x="2364" y="3844"/>
                    <a:pt x="2206" y="5703"/>
                  </a:cubicBezTo>
                  <a:lnTo>
                    <a:pt x="1482" y="5703"/>
                  </a:lnTo>
                  <a:cubicBezTo>
                    <a:pt x="1639" y="3466"/>
                    <a:pt x="3466" y="1639"/>
                    <a:pt x="5703" y="1482"/>
                  </a:cubicBezTo>
                  <a:close/>
                  <a:moveTo>
                    <a:pt x="6365" y="2868"/>
                  </a:moveTo>
                  <a:cubicBezTo>
                    <a:pt x="7814" y="3025"/>
                    <a:pt x="9011" y="4191"/>
                    <a:pt x="9169" y="5672"/>
                  </a:cubicBezTo>
                  <a:lnTo>
                    <a:pt x="8854" y="5672"/>
                  </a:lnTo>
                  <a:cubicBezTo>
                    <a:pt x="8665" y="5672"/>
                    <a:pt x="8507" y="5829"/>
                    <a:pt x="8507" y="6018"/>
                  </a:cubicBezTo>
                  <a:cubicBezTo>
                    <a:pt x="8507" y="6207"/>
                    <a:pt x="8665" y="6365"/>
                    <a:pt x="8854" y="6365"/>
                  </a:cubicBezTo>
                  <a:lnTo>
                    <a:pt x="9169" y="6365"/>
                  </a:lnTo>
                  <a:cubicBezTo>
                    <a:pt x="9011" y="7814"/>
                    <a:pt x="7846" y="9011"/>
                    <a:pt x="6365" y="9169"/>
                  </a:cubicBezTo>
                  <a:lnTo>
                    <a:pt x="6365" y="8854"/>
                  </a:lnTo>
                  <a:cubicBezTo>
                    <a:pt x="6365" y="8665"/>
                    <a:pt x="6207" y="8507"/>
                    <a:pt x="6018" y="8507"/>
                  </a:cubicBezTo>
                  <a:cubicBezTo>
                    <a:pt x="5829" y="8507"/>
                    <a:pt x="5672" y="8665"/>
                    <a:pt x="5672" y="8854"/>
                  </a:cubicBezTo>
                  <a:lnTo>
                    <a:pt x="5672" y="9169"/>
                  </a:lnTo>
                  <a:cubicBezTo>
                    <a:pt x="4223" y="9011"/>
                    <a:pt x="3025" y="7814"/>
                    <a:pt x="2868" y="6365"/>
                  </a:cubicBezTo>
                  <a:lnTo>
                    <a:pt x="3183" y="6365"/>
                  </a:lnTo>
                  <a:cubicBezTo>
                    <a:pt x="3372" y="6365"/>
                    <a:pt x="3529" y="6207"/>
                    <a:pt x="3529" y="6018"/>
                  </a:cubicBezTo>
                  <a:cubicBezTo>
                    <a:pt x="3529" y="5829"/>
                    <a:pt x="3372" y="5672"/>
                    <a:pt x="3183" y="5672"/>
                  </a:cubicBezTo>
                  <a:lnTo>
                    <a:pt x="2868" y="5672"/>
                  </a:lnTo>
                  <a:cubicBezTo>
                    <a:pt x="3025" y="4191"/>
                    <a:pt x="4191" y="3025"/>
                    <a:pt x="5672" y="2868"/>
                  </a:cubicBezTo>
                  <a:lnTo>
                    <a:pt x="5672" y="3183"/>
                  </a:lnTo>
                  <a:cubicBezTo>
                    <a:pt x="5672" y="3372"/>
                    <a:pt x="5829" y="3529"/>
                    <a:pt x="6018" y="3529"/>
                  </a:cubicBezTo>
                  <a:cubicBezTo>
                    <a:pt x="6207" y="3529"/>
                    <a:pt x="6365" y="3372"/>
                    <a:pt x="6365" y="3183"/>
                  </a:cubicBezTo>
                  <a:lnTo>
                    <a:pt x="6365" y="2868"/>
                  </a:lnTo>
                  <a:close/>
                  <a:moveTo>
                    <a:pt x="2206" y="6365"/>
                  </a:moveTo>
                  <a:cubicBezTo>
                    <a:pt x="2364" y="8224"/>
                    <a:pt x="3845" y="9704"/>
                    <a:pt x="5703" y="9862"/>
                  </a:cubicBezTo>
                  <a:lnTo>
                    <a:pt x="5703" y="10586"/>
                  </a:lnTo>
                  <a:cubicBezTo>
                    <a:pt x="3466" y="10429"/>
                    <a:pt x="1639" y="8602"/>
                    <a:pt x="1482" y="6365"/>
                  </a:cubicBezTo>
                  <a:close/>
                  <a:moveTo>
                    <a:pt x="10618" y="6365"/>
                  </a:moveTo>
                  <a:cubicBezTo>
                    <a:pt x="10429" y="8602"/>
                    <a:pt x="8602" y="10429"/>
                    <a:pt x="6396" y="10586"/>
                  </a:cubicBezTo>
                  <a:lnTo>
                    <a:pt x="6396" y="9862"/>
                  </a:lnTo>
                  <a:cubicBezTo>
                    <a:pt x="8255" y="9704"/>
                    <a:pt x="9767" y="8224"/>
                    <a:pt x="9925" y="6365"/>
                  </a:cubicBezTo>
                  <a:close/>
                  <a:moveTo>
                    <a:pt x="6018" y="1"/>
                  </a:moveTo>
                  <a:cubicBezTo>
                    <a:pt x="5829" y="1"/>
                    <a:pt x="5672" y="158"/>
                    <a:pt x="5672" y="347"/>
                  </a:cubicBezTo>
                  <a:lnTo>
                    <a:pt x="5672" y="725"/>
                  </a:lnTo>
                  <a:cubicBezTo>
                    <a:pt x="4412" y="820"/>
                    <a:pt x="3183" y="1356"/>
                    <a:pt x="2269" y="2269"/>
                  </a:cubicBezTo>
                  <a:cubicBezTo>
                    <a:pt x="1387" y="3183"/>
                    <a:pt x="820" y="4348"/>
                    <a:pt x="757" y="5672"/>
                  </a:cubicBez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07"/>
                    <a:pt x="158" y="6365"/>
                    <a:pt x="347" y="6365"/>
                  </a:cubicBezTo>
                  <a:lnTo>
                    <a:pt x="757" y="6365"/>
                  </a:lnTo>
                  <a:cubicBezTo>
                    <a:pt x="820" y="7625"/>
                    <a:pt x="1387" y="8854"/>
                    <a:pt x="2269" y="9767"/>
                  </a:cubicBezTo>
                  <a:cubicBezTo>
                    <a:pt x="3183" y="10649"/>
                    <a:pt x="4380" y="11217"/>
                    <a:pt x="5672" y="11280"/>
                  </a:cubicBez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1280"/>
                  </a:lnTo>
                  <a:cubicBezTo>
                    <a:pt x="7625" y="11217"/>
                    <a:pt x="8854" y="10649"/>
                    <a:pt x="9767" y="9767"/>
                  </a:cubicBezTo>
                  <a:cubicBezTo>
                    <a:pt x="10681" y="8854"/>
                    <a:pt x="11217" y="7656"/>
                    <a:pt x="11280" y="6365"/>
                  </a:cubicBezTo>
                  <a:lnTo>
                    <a:pt x="11689" y="6365"/>
                  </a:lnTo>
                  <a:cubicBezTo>
                    <a:pt x="11878" y="6365"/>
                    <a:pt x="12036" y="6207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1280" y="5672"/>
                  </a:lnTo>
                  <a:cubicBezTo>
                    <a:pt x="11217" y="4411"/>
                    <a:pt x="10650" y="3183"/>
                    <a:pt x="9767" y="2269"/>
                  </a:cubicBezTo>
                  <a:cubicBezTo>
                    <a:pt x="8854" y="1356"/>
                    <a:pt x="7688" y="820"/>
                    <a:pt x="6365" y="725"/>
                  </a:cubicBez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38"/>
          <p:cNvGrpSpPr/>
          <p:nvPr/>
        </p:nvGrpSpPr>
        <p:grpSpPr>
          <a:xfrm flipH="1">
            <a:off x="8101717" y="692295"/>
            <a:ext cx="492036" cy="492056"/>
            <a:chOff x="238125" y="1209825"/>
            <a:chExt cx="621650" cy="621675"/>
          </a:xfrm>
        </p:grpSpPr>
        <p:sp>
          <p:nvSpPr>
            <p:cNvPr id="529" name="Google Shape;529;p38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7" name="Google Shape;537;p38"/>
          <p:cNvSpPr txBox="1"/>
          <p:nvPr>
            <p:ph type="title"/>
          </p:nvPr>
        </p:nvSpPr>
        <p:spPr>
          <a:xfrm>
            <a:off x="1656075" y="259500"/>
            <a:ext cx="54819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CryptoTrace Architecture</a:t>
            </a:r>
            <a:endParaRPr/>
          </a:p>
        </p:txBody>
      </p:sp>
      <p:sp>
        <p:nvSpPr>
          <p:cNvPr id="538" name="Google Shape;538;p38"/>
          <p:cNvSpPr/>
          <p:nvPr/>
        </p:nvSpPr>
        <p:spPr>
          <a:xfrm>
            <a:off x="7005225" y="143500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38"/>
          <p:cNvPicPr preferRelativeResize="0"/>
          <p:nvPr/>
        </p:nvPicPr>
        <p:blipFill rotWithShape="1">
          <a:blip r:embed="rId3">
            <a:alphaModFix/>
          </a:blip>
          <a:srcRect b="0" l="15993" r="18217" t="0"/>
          <a:stretch/>
        </p:blipFill>
        <p:spPr>
          <a:xfrm>
            <a:off x="2094775" y="816000"/>
            <a:ext cx="4453850" cy="37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9"/>
          <p:cNvSpPr txBox="1"/>
          <p:nvPr>
            <p:ph type="title"/>
          </p:nvPr>
        </p:nvSpPr>
        <p:spPr>
          <a:xfrm>
            <a:off x="1160775" y="445025"/>
            <a:ext cx="6822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FINAL FEATURES &amp; PROBLEMS ADDRESSED</a:t>
            </a:r>
            <a:endParaRPr sz="1900"/>
          </a:p>
        </p:txBody>
      </p:sp>
      <p:grpSp>
        <p:nvGrpSpPr>
          <p:cNvPr id="545" name="Google Shape;545;p39"/>
          <p:cNvGrpSpPr/>
          <p:nvPr/>
        </p:nvGrpSpPr>
        <p:grpSpPr>
          <a:xfrm>
            <a:off x="292897" y="965745"/>
            <a:ext cx="492036" cy="492056"/>
            <a:chOff x="238125" y="1209825"/>
            <a:chExt cx="621650" cy="621675"/>
          </a:xfrm>
        </p:grpSpPr>
        <p:sp>
          <p:nvSpPr>
            <p:cNvPr id="546" name="Google Shape;546;p39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39"/>
          <p:cNvGrpSpPr/>
          <p:nvPr/>
        </p:nvGrpSpPr>
        <p:grpSpPr>
          <a:xfrm>
            <a:off x="8272660" y="4267470"/>
            <a:ext cx="492036" cy="492056"/>
            <a:chOff x="238125" y="1209825"/>
            <a:chExt cx="621650" cy="621675"/>
          </a:xfrm>
        </p:grpSpPr>
        <p:sp>
          <p:nvSpPr>
            <p:cNvPr id="555" name="Google Shape;555;p39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9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9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563" name="Google Shape;563;p39"/>
          <p:cNvGraphicFramePr/>
          <p:nvPr/>
        </p:nvGraphicFramePr>
        <p:xfrm>
          <a:off x="828075" y="1147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{CDB10775-94C5-4807-9418-11DF3417346F}</a:tableStyleId>
              </a:tblPr>
              <a:tblGrid>
                <a:gridCol w="3744000"/>
                <a:gridCol w="3744000"/>
              </a:tblGrid>
              <a:tr h="53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IMPLEMENTED FEATURE</a:t>
                      </a:r>
                      <a:endParaRPr sz="1500">
                        <a:solidFill>
                          <a:schemeClr val="dk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LIMITATION OVERCOME</a:t>
                      </a:r>
                      <a:endParaRPr sz="1500">
                        <a:solidFill>
                          <a:schemeClr val="dk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Bitcoin Core Integration</a:t>
                      </a:r>
                      <a:endParaRPr b="1"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Provides direct access to locally available Bitcoin blockchain evidence 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Network Analysis</a:t>
                      </a:r>
                      <a:endParaRPr b="1"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Makes complex transaction relationships easier to explore than manual inspection 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Suspicious Activity Detection</a:t>
                      </a:r>
                      <a:endParaRPr b="1"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Helps prioritize unusual transaction patterns for further investigation 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Backward Fund-Flow Tracing</a:t>
                      </a:r>
                      <a:endParaRPr b="1"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Allows investigators to follow transaction relationships and identify preceding transactions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0"/>
          <p:cNvSpPr txBox="1"/>
          <p:nvPr>
            <p:ph type="title"/>
          </p:nvPr>
        </p:nvSpPr>
        <p:spPr>
          <a:xfrm>
            <a:off x="720000" y="233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AND LIMITATIONS</a:t>
            </a:r>
            <a:endParaRPr/>
          </a:p>
        </p:txBody>
      </p:sp>
      <p:graphicFrame>
        <p:nvGraphicFramePr>
          <p:cNvPr id="569" name="Google Shape;569;p40"/>
          <p:cNvGraphicFramePr/>
          <p:nvPr/>
        </p:nvGraphicFramePr>
        <p:xfrm>
          <a:off x="720000" y="9674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{CDB10775-94C5-4807-9418-11DF3417346F}</a:tableStyleId>
              </a:tblPr>
              <a:tblGrid>
                <a:gridCol w="3858525"/>
                <a:gridCol w="3845475"/>
              </a:tblGrid>
              <a:tr h="53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KEY FINDINGS</a:t>
                      </a:r>
                      <a:endParaRPr sz="1500">
                        <a:solidFill>
                          <a:schemeClr val="dk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LIMITATIONS</a:t>
                      </a:r>
                      <a:endParaRPr sz="1500">
                        <a:solidFill>
                          <a:schemeClr val="dk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Transaction graphs provide a useful representation of relationships and fund movement.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Scalability - Large transaction networks are difficult to explore manually.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Visual analytics can help investigators understand complex transaction networks.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Pseudonymity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- An address does not directly reveal the identity of its controller.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ML and anomaly-detection techniques can assist in identifying suspicious activity.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Obfuscation - Mixing can break or weaken straightforward transaction trails.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21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On-chain analysis can provide investigative leads, but real-world attribution may require external evidence. 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Blockchain data alone may not establish sufficient context or identity for a forensic conclusion.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"/>
          <p:cNvSpPr txBox="1"/>
          <p:nvPr>
            <p:ph type="title"/>
          </p:nvPr>
        </p:nvSpPr>
        <p:spPr>
          <a:xfrm>
            <a:off x="1160775" y="445025"/>
            <a:ext cx="682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2424850" y="3386800"/>
            <a:ext cx="1978200" cy="9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Investigate relationships and fund movement across multiple blockchain networks.</a:t>
            </a:r>
            <a:endParaRPr/>
          </a:p>
        </p:txBody>
      </p:sp>
      <p:sp>
        <p:nvSpPr>
          <p:cNvPr id="576" name="Google Shape;576;p41"/>
          <p:cNvSpPr txBox="1"/>
          <p:nvPr>
            <p:ph idx="2" type="title"/>
          </p:nvPr>
        </p:nvSpPr>
        <p:spPr>
          <a:xfrm>
            <a:off x="2424850" y="1199300"/>
            <a:ext cx="2222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AI &amp; Graph Neural Networks</a:t>
            </a:r>
            <a:endParaRPr sz="1700"/>
          </a:p>
        </p:txBody>
      </p:sp>
      <p:sp>
        <p:nvSpPr>
          <p:cNvPr id="577" name="Google Shape;577;p41"/>
          <p:cNvSpPr txBox="1"/>
          <p:nvPr>
            <p:ph idx="1" type="subTitle"/>
          </p:nvPr>
        </p:nvSpPr>
        <p:spPr>
          <a:xfrm>
            <a:off x="2424850" y="1633425"/>
            <a:ext cx="1978200" cy="11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advanced graph-based learning to improve detection of suspicious transaction and wallet relationships.</a:t>
            </a:r>
            <a:endParaRPr/>
          </a:p>
        </p:txBody>
      </p:sp>
      <p:sp>
        <p:nvSpPr>
          <p:cNvPr id="578" name="Google Shape;578;p41"/>
          <p:cNvSpPr txBox="1"/>
          <p:nvPr>
            <p:ph idx="3" type="title"/>
          </p:nvPr>
        </p:nvSpPr>
        <p:spPr>
          <a:xfrm>
            <a:off x="4740958" y="119930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Real-Time Analysis</a:t>
            </a:r>
            <a:endParaRPr sz="1700"/>
          </a:p>
        </p:txBody>
      </p:sp>
      <p:sp>
        <p:nvSpPr>
          <p:cNvPr id="579" name="Google Shape;579;p41"/>
          <p:cNvSpPr txBox="1"/>
          <p:nvPr>
            <p:ph idx="4" type="subTitle"/>
          </p:nvPr>
        </p:nvSpPr>
        <p:spPr>
          <a:xfrm>
            <a:off x="4740950" y="1633425"/>
            <a:ext cx="1978200" cy="11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 systems capable of monitoring transactions and identifying suspicious activity as it emerges</a:t>
            </a:r>
            <a:endParaRPr/>
          </a:p>
        </p:txBody>
      </p:sp>
      <p:sp>
        <p:nvSpPr>
          <p:cNvPr id="580" name="Google Shape;580;p41"/>
          <p:cNvSpPr txBox="1"/>
          <p:nvPr>
            <p:ph idx="5" type="title"/>
          </p:nvPr>
        </p:nvSpPr>
        <p:spPr>
          <a:xfrm>
            <a:off x="2424850" y="2952675"/>
            <a:ext cx="2222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Cross-Chain Forensics</a:t>
            </a:r>
            <a:endParaRPr sz="1700"/>
          </a:p>
        </p:txBody>
      </p:sp>
      <p:sp>
        <p:nvSpPr>
          <p:cNvPr id="581" name="Google Shape;581;p41"/>
          <p:cNvSpPr txBox="1"/>
          <p:nvPr>
            <p:ph idx="7" type="title"/>
          </p:nvPr>
        </p:nvSpPr>
        <p:spPr>
          <a:xfrm>
            <a:off x="4447375" y="2952675"/>
            <a:ext cx="2271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Integrated Forensic Analysis</a:t>
            </a:r>
            <a:endParaRPr sz="1700"/>
          </a:p>
        </p:txBody>
      </p:sp>
      <p:sp>
        <p:nvSpPr>
          <p:cNvPr id="582" name="Google Shape;582;p41"/>
          <p:cNvSpPr txBox="1"/>
          <p:nvPr>
            <p:ph idx="8" type="subTitle"/>
          </p:nvPr>
        </p:nvSpPr>
        <p:spPr>
          <a:xfrm>
            <a:off x="4740950" y="3386800"/>
            <a:ext cx="1978200" cy="90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blockchain transaction analysis with external digital-forensic evidence</a:t>
            </a:r>
            <a:endParaRPr/>
          </a:p>
        </p:txBody>
      </p:sp>
      <p:sp>
        <p:nvSpPr>
          <p:cNvPr id="583" name="Google Shape;583;p41"/>
          <p:cNvSpPr/>
          <p:nvPr/>
        </p:nvSpPr>
        <p:spPr>
          <a:xfrm>
            <a:off x="915850" y="1098413"/>
            <a:ext cx="1356600" cy="13566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1"/>
          <p:cNvSpPr/>
          <p:nvPr/>
        </p:nvSpPr>
        <p:spPr>
          <a:xfrm>
            <a:off x="915850" y="2833213"/>
            <a:ext cx="1356600" cy="1356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1"/>
          <p:cNvSpPr/>
          <p:nvPr/>
        </p:nvSpPr>
        <p:spPr>
          <a:xfrm>
            <a:off x="6871550" y="1098413"/>
            <a:ext cx="1356600" cy="135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1"/>
          <p:cNvSpPr/>
          <p:nvPr/>
        </p:nvSpPr>
        <p:spPr>
          <a:xfrm>
            <a:off x="6871550" y="2833213"/>
            <a:ext cx="1356600" cy="1356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7" name="Google Shape;587;p41"/>
          <p:cNvGrpSpPr/>
          <p:nvPr/>
        </p:nvGrpSpPr>
        <p:grpSpPr>
          <a:xfrm>
            <a:off x="292897" y="965745"/>
            <a:ext cx="492036" cy="492056"/>
            <a:chOff x="238125" y="1209825"/>
            <a:chExt cx="621650" cy="621675"/>
          </a:xfrm>
        </p:grpSpPr>
        <p:sp>
          <p:nvSpPr>
            <p:cNvPr id="588" name="Google Shape;588;p4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6" name="Google Shape;596;p41"/>
          <p:cNvGrpSpPr/>
          <p:nvPr/>
        </p:nvGrpSpPr>
        <p:grpSpPr>
          <a:xfrm>
            <a:off x="8272660" y="4267470"/>
            <a:ext cx="492036" cy="492056"/>
            <a:chOff x="238125" y="1209825"/>
            <a:chExt cx="621650" cy="621675"/>
          </a:xfrm>
        </p:grpSpPr>
        <p:sp>
          <p:nvSpPr>
            <p:cNvPr id="597" name="Google Shape;597;p4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5" name="Google Shape;605;p41"/>
          <p:cNvGrpSpPr/>
          <p:nvPr/>
        </p:nvGrpSpPr>
        <p:grpSpPr>
          <a:xfrm>
            <a:off x="1383761" y="3300001"/>
            <a:ext cx="420796" cy="423033"/>
            <a:chOff x="-3852025" y="2764950"/>
            <a:chExt cx="291450" cy="293000"/>
          </a:xfrm>
        </p:grpSpPr>
        <p:sp>
          <p:nvSpPr>
            <p:cNvPr id="606" name="Google Shape;606;p41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8" name="Google Shape;608;p41"/>
          <p:cNvGrpSpPr/>
          <p:nvPr/>
        </p:nvGrpSpPr>
        <p:grpSpPr>
          <a:xfrm>
            <a:off x="7346794" y="3308485"/>
            <a:ext cx="406125" cy="406095"/>
            <a:chOff x="-46772025" y="2701925"/>
            <a:chExt cx="300900" cy="300900"/>
          </a:xfrm>
        </p:grpSpPr>
        <p:sp>
          <p:nvSpPr>
            <p:cNvPr id="609" name="Google Shape;609;p41"/>
            <p:cNvSpPr/>
            <p:nvPr/>
          </p:nvSpPr>
          <p:spPr>
            <a:xfrm>
              <a:off x="-46647575" y="2826375"/>
              <a:ext cx="53575" cy="53575"/>
            </a:xfrm>
            <a:custGeom>
              <a:rect b="b" l="l" r="r" t="t"/>
              <a:pathLst>
                <a:path extrusionOk="0" h="2143" w="2143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29"/>
                    <a:pt x="1261" y="1387"/>
                    <a:pt x="1072" y="1387"/>
                  </a:cubicBezTo>
                  <a:cubicBezTo>
                    <a:pt x="883" y="1387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2"/>
                  </a:cubicBezTo>
                  <a:cubicBezTo>
                    <a:pt x="2112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1"/>
            <p:cNvSpPr/>
            <p:nvPr/>
          </p:nvSpPr>
          <p:spPr>
            <a:xfrm>
              <a:off x="-46772025" y="2701925"/>
              <a:ext cx="300900" cy="300900"/>
            </a:xfrm>
            <a:custGeom>
              <a:rect b="b" l="l" r="r" t="t"/>
              <a:pathLst>
                <a:path extrusionOk="0" h="12036" w="12036">
                  <a:moveTo>
                    <a:pt x="6365" y="1482"/>
                  </a:moveTo>
                  <a:cubicBezTo>
                    <a:pt x="8602" y="1639"/>
                    <a:pt x="10429" y="3466"/>
                    <a:pt x="10587" y="5672"/>
                  </a:cubicBezTo>
                  <a:lnTo>
                    <a:pt x="9862" y="5672"/>
                  </a:lnTo>
                  <a:cubicBezTo>
                    <a:pt x="9704" y="3813"/>
                    <a:pt x="8224" y="2301"/>
                    <a:pt x="6365" y="2143"/>
                  </a:cubicBezTo>
                  <a:lnTo>
                    <a:pt x="6365" y="1482"/>
                  </a:lnTo>
                  <a:close/>
                  <a:moveTo>
                    <a:pt x="5703" y="1482"/>
                  </a:moveTo>
                  <a:lnTo>
                    <a:pt x="5703" y="2206"/>
                  </a:lnTo>
                  <a:cubicBezTo>
                    <a:pt x="3845" y="2364"/>
                    <a:pt x="2364" y="3844"/>
                    <a:pt x="2206" y="5703"/>
                  </a:cubicBezTo>
                  <a:lnTo>
                    <a:pt x="1482" y="5703"/>
                  </a:lnTo>
                  <a:cubicBezTo>
                    <a:pt x="1639" y="3466"/>
                    <a:pt x="3466" y="1639"/>
                    <a:pt x="5703" y="1482"/>
                  </a:cubicBezTo>
                  <a:close/>
                  <a:moveTo>
                    <a:pt x="6365" y="2868"/>
                  </a:moveTo>
                  <a:cubicBezTo>
                    <a:pt x="7814" y="3025"/>
                    <a:pt x="9011" y="4191"/>
                    <a:pt x="9169" y="5672"/>
                  </a:cubicBezTo>
                  <a:lnTo>
                    <a:pt x="8854" y="5672"/>
                  </a:lnTo>
                  <a:cubicBezTo>
                    <a:pt x="8665" y="5672"/>
                    <a:pt x="8507" y="5829"/>
                    <a:pt x="8507" y="6018"/>
                  </a:cubicBezTo>
                  <a:cubicBezTo>
                    <a:pt x="8507" y="6207"/>
                    <a:pt x="8665" y="6365"/>
                    <a:pt x="8854" y="6365"/>
                  </a:cubicBezTo>
                  <a:lnTo>
                    <a:pt x="9169" y="6365"/>
                  </a:lnTo>
                  <a:cubicBezTo>
                    <a:pt x="9011" y="7814"/>
                    <a:pt x="7846" y="9011"/>
                    <a:pt x="6365" y="9169"/>
                  </a:cubicBezTo>
                  <a:lnTo>
                    <a:pt x="6365" y="8854"/>
                  </a:lnTo>
                  <a:cubicBezTo>
                    <a:pt x="6365" y="8665"/>
                    <a:pt x="6207" y="8507"/>
                    <a:pt x="6018" y="8507"/>
                  </a:cubicBezTo>
                  <a:cubicBezTo>
                    <a:pt x="5829" y="8507"/>
                    <a:pt x="5672" y="8665"/>
                    <a:pt x="5672" y="8854"/>
                  </a:cubicBezTo>
                  <a:lnTo>
                    <a:pt x="5672" y="9169"/>
                  </a:lnTo>
                  <a:cubicBezTo>
                    <a:pt x="4223" y="9011"/>
                    <a:pt x="3025" y="7814"/>
                    <a:pt x="2868" y="6365"/>
                  </a:cubicBezTo>
                  <a:lnTo>
                    <a:pt x="3183" y="6365"/>
                  </a:lnTo>
                  <a:cubicBezTo>
                    <a:pt x="3372" y="6365"/>
                    <a:pt x="3529" y="6207"/>
                    <a:pt x="3529" y="6018"/>
                  </a:cubicBezTo>
                  <a:cubicBezTo>
                    <a:pt x="3529" y="5829"/>
                    <a:pt x="3372" y="5672"/>
                    <a:pt x="3183" y="5672"/>
                  </a:cubicBezTo>
                  <a:lnTo>
                    <a:pt x="2868" y="5672"/>
                  </a:lnTo>
                  <a:cubicBezTo>
                    <a:pt x="3025" y="4191"/>
                    <a:pt x="4191" y="3025"/>
                    <a:pt x="5672" y="2868"/>
                  </a:cubicBezTo>
                  <a:lnTo>
                    <a:pt x="5672" y="3183"/>
                  </a:lnTo>
                  <a:cubicBezTo>
                    <a:pt x="5672" y="3372"/>
                    <a:pt x="5829" y="3529"/>
                    <a:pt x="6018" y="3529"/>
                  </a:cubicBezTo>
                  <a:cubicBezTo>
                    <a:pt x="6207" y="3529"/>
                    <a:pt x="6365" y="3372"/>
                    <a:pt x="6365" y="3183"/>
                  </a:cubicBezTo>
                  <a:lnTo>
                    <a:pt x="6365" y="2868"/>
                  </a:lnTo>
                  <a:close/>
                  <a:moveTo>
                    <a:pt x="2206" y="6365"/>
                  </a:moveTo>
                  <a:cubicBezTo>
                    <a:pt x="2364" y="8224"/>
                    <a:pt x="3845" y="9704"/>
                    <a:pt x="5703" y="9862"/>
                  </a:cubicBezTo>
                  <a:lnTo>
                    <a:pt x="5703" y="10586"/>
                  </a:lnTo>
                  <a:cubicBezTo>
                    <a:pt x="3466" y="10429"/>
                    <a:pt x="1639" y="8602"/>
                    <a:pt x="1482" y="6365"/>
                  </a:cubicBezTo>
                  <a:close/>
                  <a:moveTo>
                    <a:pt x="10618" y="6365"/>
                  </a:moveTo>
                  <a:cubicBezTo>
                    <a:pt x="10429" y="8602"/>
                    <a:pt x="8602" y="10429"/>
                    <a:pt x="6396" y="10586"/>
                  </a:cubicBezTo>
                  <a:lnTo>
                    <a:pt x="6396" y="9862"/>
                  </a:lnTo>
                  <a:cubicBezTo>
                    <a:pt x="8255" y="9704"/>
                    <a:pt x="9767" y="8224"/>
                    <a:pt x="9925" y="6365"/>
                  </a:cubicBezTo>
                  <a:close/>
                  <a:moveTo>
                    <a:pt x="6018" y="1"/>
                  </a:moveTo>
                  <a:cubicBezTo>
                    <a:pt x="5829" y="1"/>
                    <a:pt x="5672" y="158"/>
                    <a:pt x="5672" y="347"/>
                  </a:cubicBezTo>
                  <a:lnTo>
                    <a:pt x="5672" y="725"/>
                  </a:lnTo>
                  <a:cubicBezTo>
                    <a:pt x="4412" y="820"/>
                    <a:pt x="3183" y="1356"/>
                    <a:pt x="2269" y="2269"/>
                  </a:cubicBezTo>
                  <a:cubicBezTo>
                    <a:pt x="1387" y="3183"/>
                    <a:pt x="820" y="4348"/>
                    <a:pt x="757" y="5672"/>
                  </a:cubicBez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07"/>
                    <a:pt x="158" y="6365"/>
                    <a:pt x="347" y="6365"/>
                  </a:cubicBezTo>
                  <a:lnTo>
                    <a:pt x="757" y="6365"/>
                  </a:lnTo>
                  <a:cubicBezTo>
                    <a:pt x="820" y="7625"/>
                    <a:pt x="1387" y="8854"/>
                    <a:pt x="2269" y="9767"/>
                  </a:cubicBezTo>
                  <a:cubicBezTo>
                    <a:pt x="3183" y="10649"/>
                    <a:pt x="4380" y="11217"/>
                    <a:pt x="5672" y="11280"/>
                  </a:cubicBez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1280"/>
                  </a:lnTo>
                  <a:cubicBezTo>
                    <a:pt x="7625" y="11217"/>
                    <a:pt x="8854" y="10649"/>
                    <a:pt x="9767" y="9767"/>
                  </a:cubicBezTo>
                  <a:cubicBezTo>
                    <a:pt x="10681" y="8854"/>
                    <a:pt x="11217" y="7656"/>
                    <a:pt x="11280" y="6365"/>
                  </a:cubicBezTo>
                  <a:lnTo>
                    <a:pt x="11689" y="6365"/>
                  </a:lnTo>
                  <a:cubicBezTo>
                    <a:pt x="11878" y="6365"/>
                    <a:pt x="12036" y="6207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1280" y="5672"/>
                  </a:lnTo>
                  <a:cubicBezTo>
                    <a:pt x="11217" y="4411"/>
                    <a:pt x="10650" y="3183"/>
                    <a:pt x="9767" y="2269"/>
                  </a:cubicBezTo>
                  <a:cubicBezTo>
                    <a:pt x="8854" y="1356"/>
                    <a:pt x="7688" y="820"/>
                    <a:pt x="6365" y="725"/>
                  </a:cubicBez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41"/>
          <p:cNvSpPr/>
          <p:nvPr/>
        </p:nvSpPr>
        <p:spPr>
          <a:xfrm>
            <a:off x="1390548" y="1598837"/>
            <a:ext cx="407204" cy="406095"/>
          </a:xfrm>
          <a:custGeom>
            <a:rect b="b" l="l" r="r" t="t"/>
            <a:pathLst>
              <a:path extrusionOk="0" h="12036" w="12068">
                <a:moveTo>
                  <a:pt x="4222" y="630"/>
                </a:moveTo>
                <a:cubicBezTo>
                  <a:pt x="5010" y="630"/>
                  <a:pt x="5640" y="1292"/>
                  <a:pt x="5640" y="2048"/>
                </a:cubicBezTo>
                <a:lnTo>
                  <a:pt x="5640" y="9767"/>
                </a:lnTo>
                <a:cubicBezTo>
                  <a:pt x="5703" y="10617"/>
                  <a:pt x="5073" y="11311"/>
                  <a:pt x="4285" y="11311"/>
                </a:cubicBezTo>
                <a:cubicBezTo>
                  <a:pt x="3498" y="11311"/>
                  <a:pt x="2868" y="10680"/>
                  <a:pt x="2868" y="9893"/>
                </a:cubicBezTo>
                <a:lnTo>
                  <a:pt x="2868" y="9830"/>
                </a:lnTo>
                <a:cubicBezTo>
                  <a:pt x="3403" y="9767"/>
                  <a:pt x="3907" y="9515"/>
                  <a:pt x="4254" y="9137"/>
                </a:cubicBezTo>
                <a:cubicBezTo>
                  <a:pt x="4380" y="9011"/>
                  <a:pt x="4380" y="8790"/>
                  <a:pt x="4254" y="8633"/>
                </a:cubicBezTo>
                <a:cubicBezTo>
                  <a:pt x="4191" y="8570"/>
                  <a:pt x="4104" y="8538"/>
                  <a:pt x="4014" y="8538"/>
                </a:cubicBezTo>
                <a:cubicBezTo>
                  <a:pt x="3923" y="8538"/>
                  <a:pt x="3829" y="8570"/>
                  <a:pt x="3750" y="8633"/>
                </a:cubicBezTo>
                <a:cubicBezTo>
                  <a:pt x="3435" y="8948"/>
                  <a:pt x="2962" y="9137"/>
                  <a:pt x="2490" y="9137"/>
                </a:cubicBezTo>
                <a:cubicBezTo>
                  <a:pt x="1513" y="9137"/>
                  <a:pt x="725" y="8349"/>
                  <a:pt x="725" y="7372"/>
                </a:cubicBezTo>
                <a:cubicBezTo>
                  <a:pt x="725" y="7057"/>
                  <a:pt x="788" y="6742"/>
                  <a:pt x="946" y="6490"/>
                </a:cubicBezTo>
                <a:cubicBezTo>
                  <a:pt x="1387" y="6805"/>
                  <a:pt x="1891" y="6994"/>
                  <a:pt x="2490" y="6994"/>
                </a:cubicBezTo>
                <a:cubicBezTo>
                  <a:pt x="2679" y="6994"/>
                  <a:pt x="2836" y="6837"/>
                  <a:pt x="2836" y="6648"/>
                </a:cubicBezTo>
                <a:cubicBezTo>
                  <a:pt x="2836" y="6459"/>
                  <a:pt x="2679" y="6301"/>
                  <a:pt x="2490" y="6301"/>
                </a:cubicBezTo>
                <a:cubicBezTo>
                  <a:pt x="1513" y="6301"/>
                  <a:pt x="725" y="5514"/>
                  <a:pt x="725" y="4537"/>
                </a:cubicBezTo>
                <a:cubicBezTo>
                  <a:pt x="725" y="3623"/>
                  <a:pt x="1387" y="2899"/>
                  <a:pt x="2238" y="2804"/>
                </a:cubicBezTo>
                <a:cubicBezTo>
                  <a:pt x="2521" y="3623"/>
                  <a:pt x="3309" y="4159"/>
                  <a:pt x="4222" y="4159"/>
                </a:cubicBezTo>
                <a:cubicBezTo>
                  <a:pt x="4411" y="4159"/>
                  <a:pt x="4569" y="4001"/>
                  <a:pt x="4569" y="3812"/>
                </a:cubicBezTo>
                <a:cubicBezTo>
                  <a:pt x="4569" y="3623"/>
                  <a:pt x="4411" y="3466"/>
                  <a:pt x="4222" y="3466"/>
                </a:cubicBezTo>
                <a:cubicBezTo>
                  <a:pt x="3435" y="3466"/>
                  <a:pt x="2805" y="2836"/>
                  <a:pt x="2805" y="2048"/>
                </a:cubicBezTo>
                <a:cubicBezTo>
                  <a:pt x="2805" y="1261"/>
                  <a:pt x="3435" y="630"/>
                  <a:pt x="4222" y="630"/>
                </a:cubicBezTo>
                <a:close/>
                <a:moveTo>
                  <a:pt x="7814" y="788"/>
                </a:moveTo>
                <a:cubicBezTo>
                  <a:pt x="8602" y="788"/>
                  <a:pt x="9232" y="1418"/>
                  <a:pt x="9232" y="2206"/>
                </a:cubicBezTo>
                <a:cubicBezTo>
                  <a:pt x="9232" y="2993"/>
                  <a:pt x="8602" y="3623"/>
                  <a:pt x="7814" y="3623"/>
                </a:cubicBezTo>
                <a:cubicBezTo>
                  <a:pt x="7593" y="3623"/>
                  <a:pt x="7436" y="3781"/>
                  <a:pt x="7436" y="3970"/>
                </a:cubicBezTo>
                <a:cubicBezTo>
                  <a:pt x="7436" y="4159"/>
                  <a:pt x="7593" y="4316"/>
                  <a:pt x="7814" y="4316"/>
                </a:cubicBezTo>
                <a:cubicBezTo>
                  <a:pt x="8696" y="4316"/>
                  <a:pt x="9484" y="3749"/>
                  <a:pt x="9767" y="2962"/>
                </a:cubicBezTo>
                <a:cubicBezTo>
                  <a:pt x="10649" y="3056"/>
                  <a:pt x="11311" y="3812"/>
                  <a:pt x="11311" y="4695"/>
                </a:cubicBezTo>
                <a:cubicBezTo>
                  <a:pt x="11311" y="5671"/>
                  <a:pt x="10523" y="6459"/>
                  <a:pt x="9547" y="6459"/>
                </a:cubicBezTo>
                <a:cubicBezTo>
                  <a:pt x="9326" y="6459"/>
                  <a:pt x="9169" y="6616"/>
                  <a:pt x="9169" y="6805"/>
                </a:cubicBezTo>
                <a:cubicBezTo>
                  <a:pt x="9169" y="6994"/>
                  <a:pt x="9326" y="7152"/>
                  <a:pt x="9547" y="7152"/>
                </a:cubicBezTo>
                <a:cubicBezTo>
                  <a:pt x="10114" y="7152"/>
                  <a:pt x="10649" y="6963"/>
                  <a:pt x="11059" y="6648"/>
                </a:cubicBezTo>
                <a:cubicBezTo>
                  <a:pt x="11217" y="6931"/>
                  <a:pt x="11311" y="7215"/>
                  <a:pt x="11311" y="7530"/>
                </a:cubicBezTo>
                <a:cubicBezTo>
                  <a:pt x="11374" y="8381"/>
                  <a:pt x="10586" y="9168"/>
                  <a:pt x="9610" y="9168"/>
                </a:cubicBezTo>
                <a:cubicBezTo>
                  <a:pt x="9137" y="9168"/>
                  <a:pt x="8696" y="8979"/>
                  <a:pt x="8350" y="8664"/>
                </a:cubicBezTo>
                <a:cubicBezTo>
                  <a:pt x="8287" y="8601"/>
                  <a:pt x="8200" y="8570"/>
                  <a:pt x="8109" y="8570"/>
                </a:cubicBezTo>
                <a:cubicBezTo>
                  <a:pt x="8019" y="8570"/>
                  <a:pt x="7924" y="8601"/>
                  <a:pt x="7845" y="8664"/>
                </a:cubicBezTo>
                <a:cubicBezTo>
                  <a:pt x="7719" y="8790"/>
                  <a:pt x="7719" y="9011"/>
                  <a:pt x="7845" y="9168"/>
                </a:cubicBezTo>
                <a:cubicBezTo>
                  <a:pt x="8224" y="9578"/>
                  <a:pt x="8696" y="9798"/>
                  <a:pt x="9232" y="9893"/>
                </a:cubicBezTo>
                <a:lnTo>
                  <a:pt x="9232" y="9924"/>
                </a:lnTo>
                <a:cubicBezTo>
                  <a:pt x="9232" y="10712"/>
                  <a:pt x="8602" y="11342"/>
                  <a:pt x="7814" y="11342"/>
                </a:cubicBezTo>
                <a:cubicBezTo>
                  <a:pt x="7026" y="11342"/>
                  <a:pt x="6396" y="10680"/>
                  <a:pt x="6396" y="9924"/>
                </a:cubicBezTo>
                <a:lnTo>
                  <a:pt x="6396" y="2206"/>
                </a:lnTo>
                <a:cubicBezTo>
                  <a:pt x="6396" y="1418"/>
                  <a:pt x="7058" y="788"/>
                  <a:pt x="7814" y="788"/>
                </a:cubicBezTo>
                <a:close/>
                <a:moveTo>
                  <a:pt x="4254" y="0"/>
                </a:moveTo>
                <a:cubicBezTo>
                  <a:pt x="3088" y="0"/>
                  <a:pt x="2143" y="977"/>
                  <a:pt x="2143" y="2111"/>
                </a:cubicBezTo>
                <a:lnTo>
                  <a:pt x="2143" y="2174"/>
                </a:lnTo>
                <a:cubicBezTo>
                  <a:pt x="946" y="2332"/>
                  <a:pt x="1" y="3340"/>
                  <a:pt x="1" y="4600"/>
                </a:cubicBezTo>
                <a:cubicBezTo>
                  <a:pt x="1" y="5104"/>
                  <a:pt x="158" y="5640"/>
                  <a:pt x="442" y="6018"/>
                </a:cubicBezTo>
                <a:cubicBezTo>
                  <a:pt x="158" y="6427"/>
                  <a:pt x="1" y="6931"/>
                  <a:pt x="1" y="7435"/>
                </a:cubicBezTo>
                <a:cubicBezTo>
                  <a:pt x="1" y="8696"/>
                  <a:pt x="946" y="9735"/>
                  <a:pt x="2143" y="9861"/>
                </a:cubicBezTo>
                <a:lnTo>
                  <a:pt x="2143" y="9924"/>
                </a:lnTo>
                <a:cubicBezTo>
                  <a:pt x="2143" y="11090"/>
                  <a:pt x="3088" y="12035"/>
                  <a:pt x="4254" y="12035"/>
                </a:cubicBezTo>
                <a:cubicBezTo>
                  <a:pt x="5010" y="12035"/>
                  <a:pt x="5640" y="11657"/>
                  <a:pt x="6050" y="11058"/>
                </a:cubicBezTo>
                <a:cubicBezTo>
                  <a:pt x="6428" y="11657"/>
                  <a:pt x="7089" y="12035"/>
                  <a:pt x="7814" y="12035"/>
                </a:cubicBezTo>
                <a:cubicBezTo>
                  <a:pt x="8980" y="12035"/>
                  <a:pt x="9925" y="11058"/>
                  <a:pt x="9925" y="9924"/>
                </a:cubicBezTo>
                <a:lnTo>
                  <a:pt x="9925" y="9861"/>
                </a:lnTo>
                <a:cubicBezTo>
                  <a:pt x="11122" y="9704"/>
                  <a:pt x="12067" y="8696"/>
                  <a:pt x="12067" y="7435"/>
                </a:cubicBezTo>
                <a:cubicBezTo>
                  <a:pt x="12067" y="6931"/>
                  <a:pt x="11910" y="6459"/>
                  <a:pt x="11626" y="6018"/>
                </a:cubicBezTo>
                <a:cubicBezTo>
                  <a:pt x="11910" y="5577"/>
                  <a:pt x="12067" y="5104"/>
                  <a:pt x="12067" y="4600"/>
                </a:cubicBezTo>
                <a:cubicBezTo>
                  <a:pt x="12067" y="3371"/>
                  <a:pt x="11154" y="2363"/>
                  <a:pt x="9925" y="2174"/>
                </a:cubicBezTo>
                <a:lnTo>
                  <a:pt x="9925" y="2111"/>
                </a:lnTo>
                <a:cubicBezTo>
                  <a:pt x="9925" y="945"/>
                  <a:pt x="8980" y="0"/>
                  <a:pt x="7814" y="0"/>
                </a:cubicBezTo>
                <a:cubicBezTo>
                  <a:pt x="7089" y="0"/>
                  <a:pt x="6428" y="378"/>
                  <a:pt x="6050" y="977"/>
                </a:cubicBezTo>
                <a:cubicBezTo>
                  <a:pt x="5640" y="378"/>
                  <a:pt x="4979" y="0"/>
                  <a:pt x="42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2" name="Google Shape;612;p41"/>
          <p:cNvGrpSpPr/>
          <p:nvPr/>
        </p:nvGrpSpPr>
        <p:grpSpPr>
          <a:xfrm>
            <a:off x="7317600" y="1569661"/>
            <a:ext cx="464500" cy="464428"/>
            <a:chOff x="3270475" y="1427025"/>
            <a:chExt cx="483200" cy="483125"/>
          </a:xfrm>
        </p:grpSpPr>
        <p:sp>
          <p:nvSpPr>
            <p:cNvPr id="613" name="Google Shape;613;p41"/>
            <p:cNvSpPr/>
            <p:nvPr/>
          </p:nvSpPr>
          <p:spPr>
            <a:xfrm>
              <a:off x="3270475" y="1427025"/>
              <a:ext cx="483200" cy="483125"/>
            </a:xfrm>
            <a:custGeom>
              <a:rect b="b" l="l" r="r" t="t"/>
              <a:pathLst>
                <a:path extrusionOk="0" h="19325" w="19328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11">
                <a:solidFill>
                  <a:srgbClr val="435D74"/>
                </a:solidFill>
              </a:endParaRPr>
            </a:p>
          </p:txBody>
        </p:sp>
        <p:sp>
          <p:nvSpPr>
            <p:cNvPr id="614" name="Google Shape;614;p41"/>
            <p:cNvSpPr/>
            <p:nvPr/>
          </p:nvSpPr>
          <p:spPr>
            <a:xfrm>
              <a:off x="3497550" y="1596875"/>
              <a:ext cx="87650" cy="141525"/>
            </a:xfrm>
            <a:custGeom>
              <a:rect b="b" l="l" r="r" t="t"/>
              <a:pathLst>
                <a:path extrusionOk="0" h="5661" w="3506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11">
                <a:solidFill>
                  <a:srgbClr val="435D74"/>
                </a:solidFill>
              </a:endParaRPr>
            </a:p>
          </p:txBody>
        </p:sp>
        <p:sp>
          <p:nvSpPr>
            <p:cNvPr id="615" name="Google Shape;615;p41"/>
            <p:cNvSpPr/>
            <p:nvPr/>
          </p:nvSpPr>
          <p:spPr>
            <a:xfrm>
              <a:off x="3327100" y="1483625"/>
              <a:ext cx="369975" cy="369925"/>
            </a:xfrm>
            <a:custGeom>
              <a:rect b="b" l="l" r="r" t="t"/>
              <a:pathLst>
                <a:path extrusionOk="0" h="14797" w="14799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11"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2"/>
          <p:cNvSpPr txBox="1"/>
          <p:nvPr>
            <p:ph type="title"/>
          </p:nvPr>
        </p:nvSpPr>
        <p:spPr>
          <a:xfrm>
            <a:off x="2391900" y="1479363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21" name="Google Shape;621;p42"/>
          <p:cNvSpPr txBox="1"/>
          <p:nvPr>
            <p:ph idx="1" type="subTitle"/>
          </p:nvPr>
        </p:nvSpPr>
        <p:spPr>
          <a:xfrm>
            <a:off x="1540350" y="2128425"/>
            <a:ext cx="6063300" cy="15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Combining blockchain analysis with external forensic evidence can strengthen investigative conclusions.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key direction for cryptocurrency digital forensics is the integration of multiple analytical techniques with conventional forensic evidence to produce reliable investigative conclusions.</a:t>
            </a:r>
            <a:endParaRPr sz="1600"/>
          </a:p>
        </p:txBody>
      </p:sp>
      <p:grpSp>
        <p:nvGrpSpPr>
          <p:cNvPr id="622" name="Google Shape;622;p42"/>
          <p:cNvGrpSpPr/>
          <p:nvPr/>
        </p:nvGrpSpPr>
        <p:grpSpPr>
          <a:xfrm flipH="1">
            <a:off x="7527842" y="944995"/>
            <a:ext cx="492036" cy="492056"/>
            <a:chOff x="238125" y="1209825"/>
            <a:chExt cx="621650" cy="621675"/>
          </a:xfrm>
        </p:grpSpPr>
        <p:sp>
          <p:nvSpPr>
            <p:cNvPr id="623" name="Google Shape;623;p42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2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2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2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2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2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2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2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1" name="Google Shape;631;p42"/>
          <p:cNvGrpSpPr/>
          <p:nvPr/>
        </p:nvGrpSpPr>
        <p:grpSpPr>
          <a:xfrm flipH="1">
            <a:off x="995330" y="3656295"/>
            <a:ext cx="492036" cy="492056"/>
            <a:chOff x="238125" y="1209825"/>
            <a:chExt cx="621650" cy="621675"/>
          </a:xfrm>
        </p:grpSpPr>
        <p:sp>
          <p:nvSpPr>
            <p:cNvPr id="632" name="Google Shape;632;p42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2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2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2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2"/>
            <p:cNvSpPr/>
            <p:nvPr/>
          </p:nvSpPr>
          <p:spPr>
            <a:xfrm>
              <a:off x="238125" y="1506350"/>
              <a:ext cx="191200" cy="28650"/>
            </a:xfrm>
            <a:custGeom>
              <a:rect b="b" l="l" r="r" t="t"/>
              <a:pathLst>
                <a:path extrusionOk="0" h="1146" w="7648">
                  <a:moveTo>
                    <a:pt x="573" y="0"/>
                  </a:moveTo>
                  <a:lnTo>
                    <a:pt x="368" y="41"/>
                  </a:lnTo>
                  <a:lnTo>
                    <a:pt x="164" y="164"/>
                  </a:lnTo>
                  <a:lnTo>
                    <a:pt x="41" y="327"/>
                  </a:lnTo>
                  <a:lnTo>
                    <a:pt x="0" y="573"/>
                  </a:lnTo>
                  <a:lnTo>
                    <a:pt x="41" y="777"/>
                  </a:lnTo>
                  <a:lnTo>
                    <a:pt x="164" y="941"/>
                  </a:lnTo>
                  <a:lnTo>
                    <a:pt x="368" y="1063"/>
                  </a:lnTo>
                  <a:lnTo>
                    <a:pt x="573" y="1145"/>
                  </a:lnTo>
                  <a:lnTo>
                    <a:pt x="7075" y="1145"/>
                  </a:lnTo>
                  <a:lnTo>
                    <a:pt x="7280" y="1063"/>
                  </a:lnTo>
                  <a:lnTo>
                    <a:pt x="7484" y="941"/>
                  </a:lnTo>
                  <a:lnTo>
                    <a:pt x="7607" y="777"/>
                  </a:lnTo>
                  <a:lnTo>
                    <a:pt x="7648" y="573"/>
                  </a:lnTo>
                  <a:lnTo>
                    <a:pt x="7607" y="327"/>
                  </a:lnTo>
                  <a:lnTo>
                    <a:pt x="7484" y="164"/>
                  </a:lnTo>
                  <a:lnTo>
                    <a:pt x="7280" y="41"/>
                  </a:lnTo>
                  <a:lnTo>
                    <a:pt x="7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2"/>
            <p:cNvSpPr/>
            <p:nvPr/>
          </p:nvSpPr>
          <p:spPr>
            <a:xfrm>
              <a:off x="668550" y="1506350"/>
              <a:ext cx="191225" cy="28650"/>
            </a:xfrm>
            <a:custGeom>
              <a:rect b="b" l="l" r="r" t="t"/>
              <a:pathLst>
                <a:path extrusionOk="0" h="1146" w="7649">
                  <a:moveTo>
                    <a:pt x="573" y="0"/>
                  </a:moveTo>
                  <a:lnTo>
                    <a:pt x="369" y="82"/>
                  </a:lnTo>
                  <a:lnTo>
                    <a:pt x="164" y="205"/>
                  </a:lnTo>
                  <a:lnTo>
                    <a:pt x="42" y="368"/>
                  </a:lnTo>
                  <a:lnTo>
                    <a:pt x="1" y="573"/>
                  </a:lnTo>
                  <a:lnTo>
                    <a:pt x="42" y="818"/>
                  </a:lnTo>
                  <a:lnTo>
                    <a:pt x="164" y="982"/>
                  </a:lnTo>
                  <a:lnTo>
                    <a:pt x="369" y="1104"/>
                  </a:lnTo>
                  <a:lnTo>
                    <a:pt x="573" y="1145"/>
                  </a:lnTo>
                  <a:lnTo>
                    <a:pt x="7076" y="1145"/>
                  </a:lnTo>
                  <a:lnTo>
                    <a:pt x="7281" y="1104"/>
                  </a:lnTo>
                  <a:lnTo>
                    <a:pt x="7485" y="982"/>
                  </a:lnTo>
                  <a:lnTo>
                    <a:pt x="7608" y="818"/>
                  </a:lnTo>
                  <a:lnTo>
                    <a:pt x="7649" y="573"/>
                  </a:lnTo>
                  <a:lnTo>
                    <a:pt x="7608" y="368"/>
                  </a:lnTo>
                  <a:lnTo>
                    <a:pt x="7485" y="205"/>
                  </a:lnTo>
                  <a:lnTo>
                    <a:pt x="7281" y="82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2"/>
            <p:cNvSpPr/>
            <p:nvPr/>
          </p:nvSpPr>
          <p:spPr>
            <a:xfrm>
              <a:off x="534625" y="164027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27" y="42"/>
                  </a:lnTo>
                  <a:lnTo>
                    <a:pt x="164" y="164"/>
                  </a:lnTo>
                  <a:lnTo>
                    <a:pt x="41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41" y="7280"/>
                  </a:lnTo>
                  <a:lnTo>
                    <a:pt x="164" y="7485"/>
                  </a:lnTo>
                  <a:lnTo>
                    <a:pt x="327" y="7608"/>
                  </a:lnTo>
                  <a:lnTo>
                    <a:pt x="573" y="7648"/>
                  </a:lnTo>
                  <a:lnTo>
                    <a:pt x="777" y="7608"/>
                  </a:lnTo>
                  <a:lnTo>
                    <a:pt x="941" y="7485"/>
                  </a:lnTo>
                  <a:lnTo>
                    <a:pt x="1064" y="7280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064" y="369"/>
                  </a:lnTo>
                  <a:lnTo>
                    <a:pt x="941" y="164"/>
                  </a:lnTo>
                  <a:lnTo>
                    <a:pt x="777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2"/>
            <p:cNvSpPr/>
            <p:nvPr/>
          </p:nvSpPr>
          <p:spPr>
            <a:xfrm>
              <a:off x="534625" y="1209825"/>
              <a:ext cx="28650" cy="191225"/>
            </a:xfrm>
            <a:custGeom>
              <a:rect b="b" l="l" r="r" t="t"/>
              <a:pathLst>
                <a:path extrusionOk="0" h="7649" w="1146">
                  <a:moveTo>
                    <a:pt x="573" y="1"/>
                  </a:moveTo>
                  <a:lnTo>
                    <a:pt x="368" y="42"/>
                  </a:lnTo>
                  <a:lnTo>
                    <a:pt x="205" y="164"/>
                  </a:lnTo>
                  <a:lnTo>
                    <a:pt x="82" y="369"/>
                  </a:lnTo>
                  <a:lnTo>
                    <a:pt x="0" y="573"/>
                  </a:lnTo>
                  <a:lnTo>
                    <a:pt x="0" y="7076"/>
                  </a:lnTo>
                  <a:lnTo>
                    <a:pt x="82" y="7281"/>
                  </a:lnTo>
                  <a:lnTo>
                    <a:pt x="205" y="7485"/>
                  </a:lnTo>
                  <a:lnTo>
                    <a:pt x="368" y="7608"/>
                  </a:lnTo>
                  <a:lnTo>
                    <a:pt x="573" y="7649"/>
                  </a:lnTo>
                  <a:lnTo>
                    <a:pt x="818" y="7608"/>
                  </a:lnTo>
                  <a:lnTo>
                    <a:pt x="982" y="7485"/>
                  </a:lnTo>
                  <a:lnTo>
                    <a:pt x="1104" y="7281"/>
                  </a:lnTo>
                  <a:lnTo>
                    <a:pt x="1145" y="7076"/>
                  </a:lnTo>
                  <a:lnTo>
                    <a:pt x="1145" y="573"/>
                  </a:lnTo>
                  <a:lnTo>
                    <a:pt x="1104" y="369"/>
                  </a:lnTo>
                  <a:lnTo>
                    <a:pt x="982" y="164"/>
                  </a:lnTo>
                  <a:lnTo>
                    <a:pt x="818" y="4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0" name="Google Shape;640;p42"/>
          <p:cNvSpPr/>
          <p:nvPr/>
        </p:nvSpPr>
        <p:spPr>
          <a:xfrm rot="5400000">
            <a:off x="378100" y="1688475"/>
            <a:ext cx="1726500" cy="492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ypto Slides by Slidesgo">
  <a:themeElements>
    <a:clrScheme name="Simple Light">
      <a:dk1>
        <a:srgbClr val="03121B"/>
      </a:dk1>
      <a:lt1>
        <a:srgbClr val="FFFFFF"/>
      </a:lt1>
      <a:dk2>
        <a:srgbClr val="C4E2FF"/>
      </a:dk2>
      <a:lt2>
        <a:srgbClr val="CFFFE0"/>
      </a:lt2>
      <a:accent1>
        <a:srgbClr val="F0C4FF"/>
      </a:accent1>
      <a:accent2>
        <a:srgbClr val="FFECBC"/>
      </a:accent2>
      <a:accent3>
        <a:srgbClr val="000000"/>
      </a:accent3>
      <a:accent4>
        <a:srgbClr val="FFFFFF"/>
      </a:accent4>
      <a:accent5>
        <a:srgbClr val="FFFFFF"/>
      </a:accent5>
      <a:accent6>
        <a:srgbClr val="FFFFFF"/>
      </a:accent6>
      <a:hlink>
        <a:srgbClr val="0312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